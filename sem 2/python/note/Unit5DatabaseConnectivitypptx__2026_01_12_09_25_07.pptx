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09" r:id="rId4"/>
    <p:sldId id="310" r:id="rId5"/>
    <p:sldId id="311" r:id="rId6"/>
    <p:sldId id="312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325" r:id="rId19"/>
    <p:sldId id="326" r:id="rId20"/>
    <p:sldId id="327" r:id="rId21"/>
    <p:sldId id="308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30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0E06-AB51-44FC-A4D6-DF92655569FF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71CF-1D88-4D5E-98E0-847C657C6B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0E06-AB51-44FC-A4D6-DF92655569FF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71CF-1D88-4D5E-98E0-847C657C6B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0E06-AB51-44FC-A4D6-DF92655569FF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71CF-1D88-4D5E-98E0-847C657C6B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0E06-AB51-44FC-A4D6-DF92655569FF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71CF-1D88-4D5E-98E0-847C657C6B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0E06-AB51-44FC-A4D6-DF92655569FF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71CF-1D88-4D5E-98E0-847C657C6B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0E06-AB51-44FC-A4D6-DF92655569FF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71CF-1D88-4D5E-98E0-847C657C6B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0E06-AB51-44FC-A4D6-DF92655569FF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71CF-1D88-4D5E-98E0-847C657C6B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0E06-AB51-44FC-A4D6-DF92655569FF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71CF-1D88-4D5E-98E0-847C657C6B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0E06-AB51-44FC-A4D6-DF92655569FF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71CF-1D88-4D5E-98E0-847C657C6B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0E06-AB51-44FC-A4D6-DF92655569FF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71CF-1D88-4D5E-98E0-847C657C6B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0E06-AB51-44FC-A4D6-DF92655569FF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71CF-1D88-4D5E-98E0-847C657C6B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E0E06-AB51-44FC-A4D6-DF92655569FF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D71CF-1D88-4D5E-98E0-847C657C6BC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quest.io/blog/regular-expressions-data-scientists/" TargetMode="External"/><Relationship Id="rId2" Type="http://schemas.openxmlformats.org/officeDocument/2006/relationships/hyperlink" Target="https://www.geeksforgeeks.org/regular-expression-to-extract-sql-query/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4800" y="3352800"/>
            <a:ext cx="84582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295400"/>
            <a:ext cx="9144000" cy="1470025"/>
          </a:xfrm>
        </p:spPr>
        <p:txBody>
          <a:bodyPr>
            <a:normAutofit fontScale="90000"/>
          </a:bodyPr>
          <a:lstStyle/>
          <a:p>
            <a:r>
              <a:rPr lang="en-US" sz="3100" b="1" dirty="0" err="1"/>
              <a:t>Marwadi</a:t>
            </a:r>
            <a:r>
              <a:rPr lang="en-US" sz="3100" b="1" dirty="0"/>
              <a:t> </a:t>
            </a:r>
            <a:r>
              <a:rPr lang="en-US" sz="3100" b="1" dirty="0" smtClean="0"/>
              <a:t>University</a:t>
            </a:r>
            <a:br>
              <a:rPr lang="en-US" sz="3100" b="1" dirty="0" smtClean="0"/>
            </a:br>
            <a:r>
              <a:rPr lang="en-US" sz="3600" dirty="0" smtClean="0"/>
              <a:t>Faculty </a:t>
            </a:r>
            <a:r>
              <a:rPr lang="en-US" sz="3600" dirty="0"/>
              <a:t>of Computer Applications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MCA </a:t>
            </a:r>
            <a:r>
              <a:rPr lang="en-US" b="1" dirty="0" err="1"/>
              <a:t>Sem</a:t>
            </a:r>
            <a:r>
              <a:rPr lang="en-US" b="1" dirty="0"/>
              <a:t>- </a:t>
            </a:r>
            <a:r>
              <a:rPr lang="en-US" b="1" dirty="0" smtClean="0"/>
              <a:t>II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0" y="3581400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Basics of Python</a:t>
            </a:r>
          </a:p>
          <a:p>
            <a:pPr algn="ctr"/>
            <a:r>
              <a:rPr lang="en-US" sz="3200" dirty="0" smtClean="0"/>
              <a:t>(</a:t>
            </a:r>
            <a:r>
              <a:rPr lang="en-US" sz="3200" dirty="0" err="1" smtClean="0"/>
              <a:t>05MC0202</a:t>
            </a:r>
            <a:r>
              <a:rPr lang="en-US" sz="3200" dirty="0" smtClean="0"/>
              <a:t>)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5181600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Unit – </a:t>
            </a:r>
            <a:r>
              <a:rPr lang="en-US" sz="3200" b="1" dirty="0"/>
              <a:t>5</a:t>
            </a:r>
            <a:endParaRPr lang="en-US" sz="3200" b="1" dirty="0" smtClean="0"/>
          </a:p>
          <a:p>
            <a:pPr algn="ctr"/>
            <a:r>
              <a:rPr lang="en-US" sz="3200" b="1" dirty="0" smtClean="0"/>
              <a:t>Database Connectivity</a:t>
            </a:r>
            <a:endParaRPr lang="en-US" sz="3200" dirty="0"/>
          </a:p>
        </p:txBody>
      </p:sp>
      <p:pic>
        <p:nvPicPr>
          <p:cNvPr id="11" name="Picture 3" descr="C:\Users\Kalpesh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1150" y="4866007"/>
            <a:ext cx="2051050" cy="1382393"/>
          </a:xfrm>
          <a:prstGeom prst="rect">
            <a:avLst/>
          </a:prstGeom>
          <a:noFill/>
        </p:spPr>
      </p:pic>
      <p:pic>
        <p:nvPicPr>
          <p:cNvPr id="12" name="Picture 3" descr="C:\Users\Kalpesh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34200" y="4876800"/>
            <a:ext cx="2051050" cy="1382393"/>
          </a:xfrm>
          <a:prstGeom prst="rect">
            <a:avLst/>
          </a:prstGeom>
          <a:noFill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04668"/>
            <a:ext cx="3686175" cy="1038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Database Connectivity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Python can be connected to various databases of the world using its feature of Database Connectivity.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According to database we need to install driver for python as follows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pip install </a:t>
            </a:r>
            <a:r>
              <a:rPr lang="en-US" sz="3200" dirty="0" err="1" smtClean="0"/>
              <a:t>mysql</a:t>
            </a:r>
            <a:r>
              <a:rPr lang="en-US" sz="3200" dirty="0" smtClean="0"/>
              <a:t>-connector   : for </a:t>
            </a:r>
            <a:r>
              <a:rPr lang="en-US" sz="3200" dirty="0" err="1" smtClean="0"/>
              <a:t>mysql</a:t>
            </a:r>
            <a:endParaRPr lang="en-US" sz="3200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pip install </a:t>
            </a:r>
            <a:r>
              <a:rPr lang="en-US" sz="3200" dirty="0" err="1" smtClean="0"/>
              <a:t>cx_Oracle</a:t>
            </a:r>
            <a:r>
              <a:rPr lang="en-US" sz="3200" dirty="0" smtClean="0"/>
              <a:t>               : for oracle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We will use </a:t>
            </a:r>
            <a:r>
              <a:rPr lang="en-US" sz="3200" dirty="0" err="1" smtClean="0"/>
              <a:t>mysql</a:t>
            </a:r>
            <a:r>
              <a:rPr lang="en-US" sz="3200" dirty="0"/>
              <a:t> </a:t>
            </a:r>
            <a:r>
              <a:rPr lang="en-US" sz="3200" dirty="0" smtClean="0"/>
              <a:t>for our learning purpose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Create Connection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Create a connection object and test your connection with following code 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/>
          </a:p>
          <a:p>
            <a:pPr algn="just"/>
            <a:r>
              <a:rPr lang="en-US" sz="3200" dirty="0"/>
              <a:t>import </a:t>
            </a:r>
            <a:r>
              <a:rPr lang="en-US" sz="3200" dirty="0" err="1"/>
              <a:t>mysql.connector</a:t>
            </a:r>
            <a:endParaRPr lang="en-US" sz="3200" dirty="0"/>
          </a:p>
          <a:p>
            <a:pPr algn="just"/>
            <a:r>
              <a:rPr lang="en-US" sz="3200" dirty="0" err="1" smtClean="0"/>
              <a:t>mydb</a:t>
            </a:r>
            <a:r>
              <a:rPr lang="en-US" sz="3200" dirty="0" smtClean="0"/>
              <a:t> </a:t>
            </a:r>
            <a:r>
              <a:rPr lang="en-US" sz="3200" dirty="0"/>
              <a:t>= </a:t>
            </a:r>
            <a:r>
              <a:rPr lang="en-US" sz="3200" dirty="0" err="1"/>
              <a:t>mysql.connector.connect</a:t>
            </a:r>
            <a:r>
              <a:rPr lang="en-US" sz="3200" dirty="0"/>
              <a:t>(</a:t>
            </a:r>
          </a:p>
          <a:p>
            <a:pPr algn="just"/>
            <a:r>
              <a:rPr lang="en-US" sz="3200" dirty="0"/>
              <a:t>  host="localhost",</a:t>
            </a:r>
          </a:p>
          <a:p>
            <a:pPr algn="just"/>
            <a:r>
              <a:rPr lang="en-US" sz="3200" dirty="0"/>
              <a:t>  user="root",</a:t>
            </a:r>
          </a:p>
          <a:p>
            <a:pPr algn="just"/>
            <a:r>
              <a:rPr lang="en-US" sz="3200" dirty="0"/>
              <a:t>  password=""</a:t>
            </a:r>
          </a:p>
          <a:p>
            <a:pPr algn="just"/>
            <a:r>
              <a:rPr lang="en-US" sz="3200" dirty="0"/>
              <a:t>)</a:t>
            </a:r>
          </a:p>
          <a:p>
            <a:pPr algn="just"/>
            <a:r>
              <a:rPr lang="en-US" sz="3200" dirty="0" smtClean="0"/>
              <a:t>print(</a:t>
            </a:r>
            <a:r>
              <a:rPr lang="en-US" sz="3200" dirty="0" err="1" smtClean="0"/>
              <a:t>mydb</a:t>
            </a:r>
            <a:r>
              <a:rPr lang="en-US" sz="3200" dirty="0" smtClean="0"/>
              <a:t>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891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Create Database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To create a database we can use following code 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/>
          </a:p>
          <a:p>
            <a:pPr algn="just"/>
            <a:r>
              <a:rPr lang="en-US" sz="3200" dirty="0"/>
              <a:t>import </a:t>
            </a:r>
            <a:r>
              <a:rPr lang="en-US" sz="3200" dirty="0" err="1"/>
              <a:t>mysql.connector</a:t>
            </a:r>
            <a:endParaRPr lang="en-US" sz="3200" dirty="0"/>
          </a:p>
          <a:p>
            <a:pPr algn="just"/>
            <a:r>
              <a:rPr lang="en-US" sz="3200" dirty="0" err="1"/>
              <a:t>mydb</a:t>
            </a:r>
            <a:r>
              <a:rPr lang="en-US" sz="3200" dirty="0"/>
              <a:t>=</a:t>
            </a:r>
            <a:r>
              <a:rPr lang="en-US" sz="3200" dirty="0" err="1"/>
              <a:t>mysql.connector.connect</a:t>
            </a:r>
            <a:r>
              <a:rPr lang="en-US" sz="3200" dirty="0"/>
              <a:t>(</a:t>
            </a:r>
          </a:p>
          <a:p>
            <a:pPr algn="just"/>
            <a:r>
              <a:rPr lang="en-US" sz="3200" dirty="0"/>
              <a:t>    host="localhost",</a:t>
            </a:r>
          </a:p>
          <a:p>
            <a:pPr algn="just"/>
            <a:r>
              <a:rPr lang="en-US" sz="3200" dirty="0"/>
              <a:t>    user="root",</a:t>
            </a:r>
          </a:p>
          <a:p>
            <a:pPr algn="just"/>
            <a:r>
              <a:rPr lang="en-US" sz="3200" dirty="0"/>
              <a:t>    password=""</a:t>
            </a:r>
          </a:p>
          <a:p>
            <a:pPr algn="just"/>
            <a:r>
              <a:rPr lang="en-US" sz="3200" dirty="0"/>
              <a:t>    )</a:t>
            </a:r>
          </a:p>
          <a:p>
            <a:pPr algn="just"/>
            <a:r>
              <a:rPr lang="en-US" sz="3200" dirty="0" err="1"/>
              <a:t>mycursor</a:t>
            </a:r>
            <a:r>
              <a:rPr lang="en-US" sz="3200" dirty="0"/>
              <a:t>=</a:t>
            </a:r>
            <a:r>
              <a:rPr lang="en-US" sz="3200" dirty="0" err="1"/>
              <a:t>mydb.cursor</a:t>
            </a:r>
            <a:r>
              <a:rPr lang="en-US" sz="3200" dirty="0"/>
              <a:t>()</a:t>
            </a:r>
          </a:p>
          <a:p>
            <a:pPr algn="just"/>
            <a:r>
              <a:rPr lang="en-US" sz="3200" dirty="0" err="1"/>
              <a:t>mycursor.execute</a:t>
            </a:r>
            <a:r>
              <a:rPr lang="en-US" sz="3200" dirty="0"/>
              <a:t>("CREATE DATABASE </a:t>
            </a:r>
            <a:r>
              <a:rPr lang="en-US" sz="3200" dirty="0" err="1"/>
              <a:t>mca2b</a:t>
            </a:r>
            <a:r>
              <a:rPr lang="en-US" sz="3200" dirty="0"/>
              <a:t>")</a:t>
            </a:r>
          </a:p>
          <a:p>
            <a:pPr algn="just"/>
            <a:r>
              <a:rPr lang="en-US" sz="3200" dirty="0" smtClean="0"/>
              <a:t>print</a:t>
            </a:r>
            <a:r>
              <a:rPr lang="en-US" sz="3200" dirty="0"/>
              <a:t>("Database created")</a:t>
            </a:r>
          </a:p>
          <a:p>
            <a:pPr algn="just"/>
            <a:r>
              <a:rPr lang="en-US" sz="3200" dirty="0" err="1" smtClean="0"/>
              <a:t>mydb.close</a:t>
            </a:r>
            <a:r>
              <a:rPr lang="en-US" sz="32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619995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Display list of all databases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To list all available databases we can use following code :</a:t>
            </a:r>
          </a:p>
          <a:p>
            <a:pPr algn="just"/>
            <a:r>
              <a:rPr lang="en-US" sz="3200" dirty="0" smtClean="0"/>
              <a:t>import </a:t>
            </a:r>
            <a:r>
              <a:rPr lang="en-US" sz="3200" dirty="0" err="1"/>
              <a:t>mysql.connector</a:t>
            </a:r>
            <a:endParaRPr lang="en-US" sz="3200" dirty="0"/>
          </a:p>
          <a:p>
            <a:pPr algn="just"/>
            <a:r>
              <a:rPr lang="en-US" sz="3200" dirty="0" err="1" smtClean="0"/>
              <a:t>mydb</a:t>
            </a:r>
            <a:r>
              <a:rPr lang="en-US" sz="3200" dirty="0" smtClean="0"/>
              <a:t> </a:t>
            </a:r>
            <a:r>
              <a:rPr lang="en-US" sz="3200" dirty="0"/>
              <a:t>= </a:t>
            </a:r>
            <a:r>
              <a:rPr lang="en-US" sz="3200" dirty="0" err="1"/>
              <a:t>mysql.connector.connect</a:t>
            </a:r>
            <a:r>
              <a:rPr lang="en-US" sz="3200" dirty="0"/>
              <a:t>(</a:t>
            </a:r>
          </a:p>
          <a:p>
            <a:pPr algn="just"/>
            <a:r>
              <a:rPr lang="en-US" sz="3200" dirty="0"/>
              <a:t>  host="localhost",</a:t>
            </a:r>
          </a:p>
          <a:p>
            <a:pPr algn="just"/>
            <a:r>
              <a:rPr lang="en-US" sz="3200" dirty="0"/>
              <a:t>  user="root",</a:t>
            </a:r>
          </a:p>
          <a:p>
            <a:pPr algn="just"/>
            <a:r>
              <a:rPr lang="en-US" sz="3200" dirty="0"/>
              <a:t>  password=""</a:t>
            </a:r>
          </a:p>
          <a:p>
            <a:pPr algn="just"/>
            <a:r>
              <a:rPr lang="en-US" sz="3200" dirty="0"/>
              <a:t>)</a:t>
            </a:r>
          </a:p>
          <a:p>
            <a:pPr algn="just"/>
            <a:r>
              <a:rPr lang="en-US" sz="3200" dirty="0" err="1"/>
              <a:t>mycursor</a:t>
            </a:r>
            <a:r>
              <a:rPr lang="en-US" sz="3200" dirty="0"/>
              <a:t> = </a:t>
            </a:r>
            <a:r>
              <a:rPr lang="en-US" sz="3200" dirty="0" err="1"/>
              <a:t>mydb.cursor</a:t>
            </a:r>
            <a:r>
              <a:rPr lang="en-US" sz="3200" dirty="0"/>
              <a:t>()</a:t>
            </a:r>
          </a:p>
          <a:p>
            <a:pPr algn="just"/>
            <a:r>
              <a:rPr lang="en-US" sz="3200" dirty="0" err="1" smtClean="0"/>
              <a:t>mycursor.execute</a:t>
            </a:r>
            <a:r>
              <a:rPr lang="en-US" sz="3200" dirty="0"/>
              <a:t>("SHOW DATABASES")</a:t>
            </a:r>
          </a:p>
          <a:p>
            <a:pPr algn="just"/>
            <a:r>
              <a:rPr lang="en-US" sz="3200" dirty="0" smtClean="0"/>
              <a:t>for </a:t>
            </a:r>
            <a:r>
              <a:rPr lang="en-US" sz="3200" dirty="0"/>
              <a:t>x in </a:t>
            </a:r>
            <a:r>
              <a:rPr lang="en-US" sz="3200" dirty="0" err="1"/>
              <a:t>mycursor</a:t>
            </a:r>
            <a:r>
              <a:rPr lang="en-US" sz="3200" dirty="0"/>
              <a:t>:</a:t>
            </a:r>
          </a:p>
          <a:p>
            <a:pPr algn="just"/>
            <a:r>
              <a:rPr lang="en-US" sz="3200" dirty="0"/>
              <a:t>  print(x)</a:t>
            </a:r>
          </a:p>
        </p:txBody>
      </p:sp>
    </p:spTree>
    <p:extLst>
      <p:ext uri="{BB962C8B-B14F-4D97-AF65-F5344CB8AC3E}">
        <p14:creationId xmlns:p14="http://schemas.microsoft.com/office/powerpoint/2010/main" val="3770727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Connect to specific database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To connect with specific database of yours we can use following code :</a:t>
            </a:r>
          </a:p>
          <a:p>
            <a:pPr algn="just"/>
            <a:r>
              <a:rPr lang="en-US" sz="3200" dirty="0"/>
              <a:t>import </a:t>
            </a:r>
            <a:r>
              <a:rPr lang="en-US" sz="3200" dirty="0" err="1"/>
              <a:t>mysql.connector</a:t>
            </a:r>
            <a:endParaRPr lang="en-US" sz="3200" dirty="0"/>
          </a:p>
          <a:p>
            <a:pPr algn="just"/>
            <a:endParaRPr lang="en-US" sz="3200" dirty="0"/>
          </a:p>
          <a:p>
            <a:pPr algn="just"/>
            <a:r>
              <a:rPr lang="en-US" sz="3200" dirty="0" err="1"/>
              <a:t>mydb</a:t>
            </a:r>
            <a:r>
              <a:rPr lang="en-US" sz="3200" dirty="0"/>
              <a:t> = </a:t>
            </a:r>
            <a:r>
              <a:rPr lang="en-US" sz="3200" dirty="0" err="1"/>
              <a:t>mysql.connector.connect</a:t>
            </a:r>
            <a:r>
              <a:rPr lang="en-US" sz="3200" dirty="0"/>
              <a:t>(</a:t>
            </a:r>
          </a:p>
          <a:p>
            <a:pPr algn="just"/>
            <a:r>
              <a:rPr lang="en-US" sz="3200" dirty="0"/>
              <a:t>  host="localhost",</a:t>
            </a:r>
          </a:p>
          <a:p>
            <a:pPr algn="just"/>
            <a:r>
              <a:rPr lang="en-US" sz="3200" dirty="0"/>
              <a:t>  user="root",</a:t>
            </a:r>
          </a:p>
          <a:p>
            <a:pPr algn="just"/>
            <a:r>
              <a:rPr lang="en-US" sz="3200" dirty="0"/>
              <a:t>  password="",</a:t>
            </a:r>
          </a:p>
          <a:p>
            <a:pPr algn="just"/>
            <a:r>
              <a:rPr lang="en-US" sz="3200" dirty="0"/>
              <a:t>  database="</a:t>
            </a:r>
            <a:r>
              <a:rPr lang="en-US" sz="3200" dirty="0" err="1"/>
              <a:t>mca2b</a:t>
            </a:r>
            <a:r>
              <a:rPr lang="en-US" sz="3200" dirty="0"/>
              <a:t>"</a:t>
            </a:r>
          </a:p>
          <a:p>
            <a:pPr algn="just"/>
            <a:r>
              <a:rPr lang="en-US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1572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Create Table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To create a table in </a:t>
            </a:r>
            <a:r>
              <a:rPr lang="en-US" sz="3200" dirty="0" err="1" smtClean="0"/>
              <a:t>mysql</a:t>
            </a:r>
            <a:r>
              <a:rPr lang="en-US" sz="3200" dirty="0" smtClean="0"/>
              <a:t> we need to use Create Table Statement as shown in following code :</a:t>
            </a:r>
          </a:p>
          <a:p>
            <a:pPr algn="just"/>
            <a:r>
              <a:rPr lang="en-US" sz="2400" dirty="0"/>
              <a:t>import </a:t>
            </a:r>
            <a:r>
              <a:rPr lang="en-US" sz="2400" dirty="0" err="1"/>
              <a:t>mysql.connector</a:t>
            </a:r>
            <a:endParaRPr lang="en-US" sz="2400" dirty="0"/>
          </a:p>
          <a:p>
            <a:pPr algn="just"/>
            <a:r>
              <a:rPr lang="en-US" sz="2400" dirty="0" err="1"/>
              <a:t>mydb</a:t>
            </a:r>
            <a:r>
              <a:rPr lang="en-US" sz="2400" dirty="0"/>
              <a:t>=</a:t>
            </a:r>
            <a:r>
              <a:rPr lang="en-US" sz="2400" dirty="0" err="1"/>
              <a:t>mysql.connector.connect</a:t>
            </a:r>
            <a:r>
              <a:rPr lang="en-US" sz="2400" dirty="0"/>
              <a:t>(</a:t>
            </a:r>
          </a:p>
          <a:p>
            <a:pPr algn="just"/>
            <a:r>
              <a:rPr lang="en-US" sz="2400" dirty="0"/>
              <a:t>    host="localhost",</a:t>
            </a:r>
          </a:p>
          <a:p>
            <a:pPr algn="just"/>
            <a:r>
              <a:rPr lang="en-US" sz="2400" dirty="0"/>
              <a:t>    user="root",</a:t>
            </a:r>
          </a:p>
          <a:p>
            <a:pPr algn="just"/>
            <a:r>
              <a:rPr lang="en-US" sz="2400" dirty="0"/>
              <a:t>    password="",</a:t>
            </a:r>
          </a:p>
          <a:p>
            <a:pPr algn="just"/>
            <a:r>
              <a:rPr lang="en-US" sz="2400" dirty="0"/>
              <a:t>    database="</a:t>
            </a:r>
            <a:r>
              <a:rPr lang="en-US" sz="2400" dirty="0" err="1"/>
              <a:t>mca2b</a:t>
            </a:r>
            <a:r>
              <a:rPr lang="en-US" sz="2400" dirty="0"/>
              <a:t>"</a:t>
            </a:r>
          </a:p>
          <a:p>
            <a:pPr algn="just"/>
            <a:r>
              <a:rPr lang="en-US" sz="2400" dirty="0"/>
              <a:t>    )</a:t>
            </a:r>
          </a:p>
          <a:p>
            <a:pPr algn="just"/>
            <a:r>
              <a:rPr lang="en-US" sz="2400" dirty="0" err="1"/>
              <a:t>mycursor</a:t>
            </a:r>
            <a:r>
              <a:rPr lang="en-US" sz="2400" dirty="0"/>
              <a:t>=</a:t>
            </a:r>
            <a:r>
              <a:rPr lang="en-US" sz="2400" dirty="0" err="1"/>
              <a:t>mydb.cursor</a:t>
            </a:r>
            <a:r>
              <a:rPr lang="en-US" sz="2400" dirty="0"/>
              <a:t>()</a:t>
            </a:r>
          </a:p>
          <a:p>
            <a:pPr algn="just"/>
            <a:r>
              <a:rPr lang="en-US" sz="2400" dirty="0" err="1"/>
              <a:t>mycursor.execute</a:t>
            </a:r>
            <a:r>
              <a:rPr lang="en-US" sz="2400" dirty="0"/>
              <a:t>("CREATE TABLE customers(name VARCHAR(20),city VARCHAR(20))")</a:t>
            </a:r>
          </a:p>
          <a:p>
            <a:pPr algn="just"/>
            <a:r>
              <a:rPr lang="en-US" sz="2400" dirty="0"/>
              <a:t>print("TABLE CREATED")</a:t>
            </a:r>
          </a:p>
          <a:p>
            <a:pPr algn="just"/>
            <a:r>
              <a:rPr lang="en-US" sz="2400" dirty="0" err="1" smtClean="0"/>
              <a:t>mydb.close</a:t>
            </a:r>
            <a:r>
              <a:rPr lang="en-US" sz="2400" dirty="0" smtClean="0"/>
              <a:t>()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5337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Display list of all tables of database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To list all available tables we can use following code :</a:t>
            </a:r>
          </a:p>
          <a:p>
            <a:pPr algn="just"/>
            <a:r>
              <a:rPr lang="en-US" sz="2800" dirty="0"/>
              <a:t>import </a:t>
            </a:r>
            <a:r>
              <a:rPr lang="en-US" sz="2800" dirty="0" err="1"/>
              <a:t>mysql.connector</a:t>
            </a:r>
            <a:endParaRPr lang="en-US" sz="2800" dirty="0"/>
          </a:p>
          <a:p>
            <a:pPr algn="just"/>
            <a:r>
              <a:rPr lang="en-US" sz="2800" dirty="0" err="1" smtClean="0"/>
              <a:t>mydb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dirty="0" err="1"/>
              <a:t>mysql.connector.connect</a:t>
            </a:r>
            <a:r>
              <a:rPr lang="en-US" sz="2800" dirty="0"/>
              <a:t>(</a:t>
            </a:r>
          </a:p>
          <a:p>
            <a:pPr algn="just"/>
            <a:r>
              <a:rPr lang="en-US" sz="2800" dirty="0"/>
              <a:t>  host="localhost",</a:t>
            </a:r>
          </a:p>
          <a:p>
            <a:pPr algn="just"/>
            <a:r>
              <a:rPr lang="en-US" sz="2800" dirty="0"/>
              <a:t>  user="root",</a:t>
            </a:r>
          </a:p>
          <a:p>
            <a:pPr algn="just"/>
            <a:r>
              <a:rPr lang="en-US" sz="2800" dirty="0"/>
              <a:t>  password="",</a:t>
            </a:r>
          </a:p>
          <a:p>
            <a:pPr algn="just"/>
            <a:r>
              <a:rPr lang="en-US" sz="2800" dirty="0"/>
              <a:t>  database="</a:t>
            </a:r>
            <a:r>
              <a:rPr lang="en-US" sz="2800" dirty="0" err="1"/>
              <a:t>mca2b</a:t>
            </a:r>
            <a:r>
              <a:rPr lang="en-US" sz="2800" dirty="0"/>
              <a:t>"</a:t>
            </a:r>
          </a:p>
          <a:p>
            <a:pPr algn="just"/>
            <a:r>
              <a:rPr lang="en-US" sz="2800" dirty="0"/>
              <a:t>)</a:t>
            </a:r>
          </a:p>
          <a:p>
            <a:pPr algn="just"/>
            <a:r>
              <a:rPr lang="en-US" sz="2800" dirty="0" err="1"/>
              <a:t>mycursor</a:t>
            </a:r>
            <a:r>
              <a:rPr lang="en-US" sz="2800" dirty="0"/>
              <a:t> = </a:t>
            </a:r>
            <a:r>
              <a:rPr lang="en-US" sz="2800" dirty="0" err="1"/>
              <a:t>mydb.cursor</a:t>
            </a:r>
            <a:r>
              <a:rPr lang="en-US" sz="2800" dirty="0"/>
              <a:t>()</a:t>
            </a:r>
          </a:p>
          <a:p>
            <a:pPr algn="just"/>
            <a:r>
              <a:rPr lang="en-US" sz="2800" dirty="0" err="1"/>
              <a:t>mycursor.execute</a:t>
            </a:r>
            <a:r>
              <a:rPr lang="en-US" sz="2800" dirty="0"/>
              <a:t>("SHOW TABLES")</a:t>
            </a:r>
          </a:p>
          <a:p>
            <a:pPr algn="just"/>
            <a:r>
              <a:rPr lang="en-US" sz="2800" dirty="0"/>
              <a:t>for x in </a:t>
            </a:r>
            <a:r>
              <a:rPr lang="en-US" sz="2800" dirty="0" err="1"/>
              <a:t>mycursor</a:t>
            </a:r>
            <a:r>
              <a:rPr lang="en-US" sz="2800" dirty="0"/>
              <a:t>:</a:t>
            </a:r>
          </a:p>
          <a:p>
            <a:pPr algn="just"/>
            <a:r>
              <a:rPr lang="en-US" sz="2800" dirty="0"/>
              <a:t>  print(x)</a:t>
            </a:r>
          </a:p>
        </p:txBody>
      </p:sp>
    </p:spTree>
    <p:extLst>
      <p:ext uri="{BB962C8B-B14F-4D97-AF65-F5344CB8AC3E}">
        <p14:creationId xmlns:p14="http://schemas.microsoft.com/office/powerpoint/2010/main" val="1873001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Insert records into table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To insert record to the table we can use following code :</a:t>
            </a:r>
          </a:p>
          <a:p>
            <a:pPr algn="just"/>
            <a:r>
              <a:rPr lang="en-US" sz="1200" dirty="0"/>
              <a:t>import </a:t>
            </a:r>
            <a:r>
              <a:rPr lang="en-US" sz="1200" dirty="0" err="1"/>
              <a:t>mysql.connector</a:t>
            </a:r>
            <a:endParaRPr lang="en-US" sz="1200" dirty="0"/>
          </a:p>
          <a:p>
            <a:pPr algn="just"/>
            <a:r>
              <a:rPr lang="en-US" sz="1200" dirty="0" err="1"/>
              <a:t>mydb</a:t>
            </a:r>
            <a:r>
              <a:rPr lang="en-US" sz="1200" dirty="0"/>
              <a:t>=</a:t>
            </a:r>
            <a:r>
              <a:rPr lang="en-US" sz="1200" dirty="0" err="1"/>
              <a:t>mysql.connector.connect</a:t>
            </a:r>
            <a:r>
              <a:rPr lang="en-US" sz="1200" dirty="0"/>
              <a:t>(</a:t>
            </a:r>
          </a:p>
          <a:p>
            <a:pPr algn="just"/>
            <a:r>
              <a:rPr lang="en-US" sz="1200" dirty="0"/>
              <a:t>    host="localhost",</a:t>
            </a:r>
          </a:p>
          <a:p>
            <a:pPr algn="just"/>
            <a:r>
              <a:rPr lang="en-US" sz="1200" dirty="0"/>
              <a:t>    user="root",</a:t>
            </a:r>
          </a:p>
          <a:p>
            <a:pPr algn="just"/>
            <a:r>
              <a:rPr lang="en-US" sz="1200" dirty="0"/>
              <a:t>    password="",</a:t>
            </a:r>
          </a:p>
          <a:p>
            <a:pPr algn="just"/>
            <a:r>
              <a:rPr lang="en-US" sz="1200" dirty="0"/>
              <a:t>    database="</a:t>
            </a:r>
            <a:r>
              <a:rPr lang="en-US" sz="1200" dirty="0" err="1"/>
              <a:t>mca2b</a:t>
            </a:r>
            <a:r>
              <a:rPr lang="en-US" sz="1200" dirty="0"/>
              <a:t>"</a:t>
            </a:r>
          </a:p>
          <a:p>
            <a:pPr algn="just"/>
            <a:r>
              <a:rPr lang="en-US" sz="1200" dirty="0"/>
              <a:t>    )</a:t>
            </a:r>
          </a:p>
          <a:p>
            <a:pPr algn="just"/>
            <a:r>
              <a:rPr lang="en-US" sz="1200" dirty="0" err="1"/>
              <a:t>mycursor</a:t>
            </a:r>
            <a:r>
              <a:rPr lang="en-US" sz="1200" dirty="0"/>
              <a:t>=</a:t>
            </a:r>
            <a:r>
              <a:rPr lang="en-US" sz="1200" dirty="0" err="1"/>
              <a:t>mydb.cursor</a:t>
            </a:r>
            <a:r>
              <a:rPr lang="en-US" sz="1200" dirty="0"/>
              <a:t>()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dirty="0"/>
              <a:t>#</a:t>
            </a:r>
            <a:r>
              <a:rPr lang="en-US" sz="1200" dirty="0" err="1"/>
              <a:t>mysql</a:t>
            </a:r>
            <a:r>
              <a:rPr lang="en-US" sz="1200" dirty="0"/>
              <a:t>="INSERT INTO customers(</a:t>
            </a:r>
            <a:r>
              <a:rPr lang="en-US" sz="1200" dirty="0" err="1"/>
              <a:t>name,city</a:t>
            </a:r>
            <a:r>
              <a:rPr lang="en-US" sz="1200" dirty="0"/>
              <a:t>)VALUES(%</a:t>
            </a:r>
            <a:r>
              <a:rPr lang="en-US" sz="1200" dirty="0" err="1"/>
              <a:t>s,%s</a:t>
            </a:r>
            <a:r>
              <a:rPr lang="en-US" sz="1200" dirty="0"/>
              <a:t>)"</a:t>
            </a:r>
          </a:p>
          <a:p>
            <a:pPr algn="just"/>
            <a:r>
              <a:rPr lang="en-US" sz="1200" dirty="0"/>
              <a:t>#</a:t>
            </a:r>
            <a:r>
              <a:rPr lang="en-US" sz="1200" dirty="0" err="1"/>
              <a:t>val1</a:t>
            </a:r>
            <a:r>
              <a:rPr lang="en-US" sz="1200" dirty="0"/>
              <a:t> = ("</a:t>
            </a:r>
            <a:r>
              <a:rPr lang="en-US" sz="1200" dirty="0" err="1"/>
              <a:t>abc</a:t>
            </a:r>
            <a:r>
              <a:rPr lang="en-US" sz="1200" dirty="0"/>
              <a:t>","Rajkot")</a:t>
            </a:r>
          </a:p>
          <a:p>
            <a:pPr algn="just"/>
            <a:r>
              <a:rPr lang="en-US" sz="1200" dirty="0"/>
              <a:t>#</a:t>
            </a:r>
            <a:r>
              <a:rPr lang="en-US" sz="1200" dirty="0" err="1"/>
              <a:t>mycursor.execute</a:t>
            </a:r>
            <a:r>
              <a:rPr lang="en-US" sz="1200" dirty="0"/>
              <a:t>(</a:t>
            </a:r>
            <a:r>
              <a:rPr lang="en-US" sz="1200" dirty="0" err="1"/>
              <a:t>mysql,val1</a:t>
            </a:r>
            <a:r>
              <a:rPr lang="en-US" sz="1200" dirty="0"/>
              <a:t>);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dirty="0"/>
              <a:t>#</a:t>
            </a:r>
            <a:r>
              <a:rPr lang="en-US" sz="1200" dirty="0" err="1"/>
              <a:t>mysql</a:t>
            </a:r>
            <a:r>
              <a:rPr lang="en-US" sz="1200" dirty="0"/>
              <a:t>="INSERT INTO customers(</a:t>
            </a:r>
            <a:r>
              <a:rPr lang="en-US" sz="1200" dirty="0" err="1"/>
              <a:t>name,city</a:t>
            </a:r>
            <a:r>
              <a:rPr lang="en-US" sz="1200" dirty="0"/>
              <a:t>)VALUES(%</a:t>
            </a:r>
            <a:r>
              <a:rPr lang="en-US" sz="1200" dirty="0" err="1"/>
              <a:t>s,%s</a:t>
            </a:r>
            <a:r>
              <a:rPr lang="en-US" sz="1200" dirty="0"/>
              <a:t>)"</a:t>
            </a:r>
          </a:p>
          <a:p>
            <a:pPr algn="just"/>
            <a:r>
              <a:rPr lang="en-US" sz="1200" dirty="0"/>
              <a:t>#</a:t>
            </a:r>
            <a:r>
              <a:rPr lang="en-US" sz="1200" dirty="0" err="1"/>
              <a:t>val2</a:t>
            </a:r>
            <a:r>
              <a:rPr lang="en-US" sz="1200" dirty="0"/>
              <a:t>=("</a:t>
            </a:r>
            <a:r>
              <a:rPr lang="en-US" sz="1200" dirty="0" err="1"/>
              <a:t>xyz","MUMBAI</a:t>
            </a:r>
            <a:r>
              <a:rPr lang="en-US" sz="1200" dirty="0"/>
              <a:t>")</a:t>
            </a:r>
          </a:p>
          <a:p>
            <a:pPr algn="just"/>
            <a:r>
              <a:rPr lang="en-US" sz="1200" dirty="0"/>
              <a:t>#</a:t>
            </a:r>
            <a:r>
              <a:rPr lang="en-US" sz="1200" dirty="0" err="1"/>
              <a:t>mycursor.execute</a:t>
            </a:r>
            <a:r>
              <a:rPr lang="en-US" sz="1200" dirty="0"/>
              <a:t>(</a:t>
            </a:r>
            <a:r>
              <a:rPr lang="en-US" sz="1200" dirty="0" err="1"/>
              <a:t>mysql,val2</a:t>
            </a:r>
            <a:r>
              <a:rPr lang="en-US" sz="1200" dirty="0"/>
              <a:t>)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dirty="0" err="1"/>
              <a:t>mysql</a:t>
            </a:r>
            <a:r>
              <a:rPr lang="en-US" sz="1200" dirty="0"/>
              <a:t>="INSERT INTO customers(</a:t>
            </a:r>
            <a:r>
              <a:rPr lang="en-US" sz="1200" dirty="0" err="1"/>
              <a:t>name,city</a:t>
            </a:r>
            <a:r>
              <a:rPr lang="en-US" sz="1200" dirty="0"/>
              <a:t>)VALUES(%</a:t>
            </a:r>
            <a:r>
              <a:rPr lang="en-US" sz="1200" dirty="0" err="1"/>
              <a:t>s,%s</a:t>
            </a:r>
            <a:r>
              <a:rPr lang="en-US" sz="1200" dirty="0"/>
              <a:t>)"</a:t>
            </a:r>
          </a:p>
          <a:p>
            <a:pPr algn="just"/>
            <a:r>
              <a:rPr lang="en-US" sz="1200" dirty="0" err="1"/>
              <a:t>val</a:t>
            </a:r>
            <a:r>
              <a:rPr lang="en-US" sz="1200" dirty="0"/>
              <a:t>=[("</a:t>
            </a:r>
            <a:r>
              <a:rPr lang="en-US" sz="1200" dirty="0" err="1"/>
              <a:t>Jayesh</a:t>
            </a:r>
            <a:r>
              <a:rPr lang="en-US" sz="1200" dirty="0"/>
              <a:t>","Rajkot"),("</a:t>
            </a:r>
            <a:r>
              <a:rPr lang="en-US" sz="1200" dirty="0" err="1"/>
              <a:t>Ramesh","MUMBAI</a:t>
            </a:r>
            <a:r>
              <a:rPr lang="en-US" sz="1200" dirty="0"/>
              <a:t>")]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dirty="0" err="1"/>
              <a:t>mycursor.executemany</a:t>
            </a:r>
            <a:r>
              <a:rPr lang="en-US" sz="1200" dirty="0"/>
              <a:t>(</a:t>
            </a:r>
            <a:r>
              <a:rPr lang="en-US" sz="1200" dirty="0" err="1"/>
              <a:t>mysql,val</a:t>
            </a:r>
            <a:r>
              <a:rPr lang="en-US" sz="1200" dirty="0"/>
              <a:t>)</a:t>
            </a:r>
          </a:p>
          <a:p>
            <a:pPr algn="just"/>
            <a:r>
              <a:rPr lang="en-US" sz="1200" dirty="0" err="1"/>
              <a:t>mydb.commit</a:t>
            </a:r>
            <a:r>
              <a:rPr lang="en-US" sz="1200" dirty="0"/>
              <a:t>()</a:t>
            </a:r>
          </a:p>
          <a:p>
            <a:pPr algn="just"/>
            <a:r>
              <a:rPr lang="en-US" sz="1200" dirty="0"/>
              <a:t>print(mycursor.</a:t>
            </a:r>
            <a:r>
              <a:rPr lang="en-US" sz="1200" dirty="0" err="1"/>
              <a:t>rowcount</a:t>
            </a:r>
            <a:r>
              <a:rPr lang="en-US" sz="1200" dirty="0"/>
              <a:t>,"Record inserted Successfully")</a:t>
            </a:r>
          </a:p>
          <a:p>
            <a:pPr algn="just"/>
            <a:r>
              <a:rPr lang="en-US" sz="1200" dirty="0" err="1"/>
              <a:t>mydb.close</a:t>
            </a:r>
            <a:r>
              <a:rPr lang="en-US" sz="1200" dirty="0" smtClean="0"/>
              <a:t>()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93861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Select records from table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To select records from the table we can use following code :</a:t>
            </a:r>
          </a:p>
          <a:p>
            <a:pPr algn="just"/>
            <a:r>
              <a:rPr lang="en-US" sz="1600" dirty="0"/>
              <a:t>import </a:t>
            </a:r>
            <a:r>
              <a:rPr lang="en-US" sz="1600" dirty="0" err="1"/>
              <a:t>mysql.connector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 err="1"/>
              <a:t>mydb</a:t>
            </a:r>
            <a:r>
              <a:rPr lang="en-US" sz="1600" dirty="0"/>
              <a:t>=</a:t>
            </a:r>
            <a:r>
              <a:rPr lang="en-US" sz="1600" dirty="0" err="1"/>
              <a:t>mysql.connector.connect</a:t>
            </a:r>
            <a:r>
              <a:rPr lang="en-US" sz="1600" dirty="0"/>
              <a:t>(</a:t>
            </a:r>
          </a:p>
          <a:p>
            <a:pPr algn="just"/>
            <a:r>
              <a:rPr lang="en-US" sz="1600" dirty="0"/>
              <a:t>    host="localhost",</a:t>
            </a:r>
          </a:p>
          <a:p>
            <a:pPr algn="just"/>
            <a:r>
              <a:rPr lang="en-US" sz="1600" dirty="0"/>
              <a:t>    user="root",</a:t>
            </a:r>
          </a:p>
          <a:p>
            <a:pPr algn="just"/>
            <a:r>
              <a:rPr lang="en-US" sz="1600" dirty="0"/>
              <a:t>    password="",</a:t>
            </a:r>
          </a:p>
          <a:p>
            <a:pPr algn="just"/>
            <a:r>
              <a:rPr lang="en-US" sz="1600" dirty="0"/>
              <a:t>    database="</a:t>
            </a:r>
            <a:r>
              <a:rPr lang="en-US" sz="1600" dirty="0" err="1"/>
              <a:t>mca2b</a:t>
            </a:r>
            <a:r>
              <a:rPr lang="en-US" sz="1600" dirty="0"/>
              <a:t>"</a:t>
            </a:r>
          </a:p>
          <a:p>
            <a:pPr algn="just"/>
            <a:r>
              <a:rPr lang="en-US" sz="1600" dirty="0"/>
              <a:t>    )</a:t>
            </a:r>
          </a:p>
          <a:p>
            <a:pPr algn="just"/>
            <a:r>
              <a:rPr lang="en-US" sz="1600" dirty="0" err="1"/>
              <a:t>mycursor</a:t>
            </a:r>
            <a:r>
              <a:rPr lang="en-US" sz="1600" dirty="0"/>
              <a:t>=</a:t>
            </a:r>
            <a:r>
              <a:rPr lang="en-US" sz="1600" dirty="0" err="1"/>
              <a:t>mydb.cursor</a:t>
            </a:r>
            <a:r>
              <a:rPr lang="en-US" sz="1600" dirty="0"/>
              <a:t>()</a:t>
            </a:r>
          </a:p>
          <a:p>
            <a:pPr algn="just"/>
            <a:r>
              <a:rPr lang="en-US" sz="1600" dirty="0" err="1"/>
              <a:t>mycursor.execute</a:t>
            </a:r>
            <a:r>
              <a:rPr lang="en-US" sz="1600" dirty="0"/>
              <a:t>("SELECT * FROM customers")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 err="1"/>
              <a:t>myresult</a:t>
            </a:r>
            <a:r>
              <a:rPr lang="en-US" sz="1600" dirty="0"/>
              <a:t>=</a:t>
            </a:r>
            <a:r>
              <a:rPr lang="en-US" sz="1600" dirty="0" err="1"/>
              <a:t>mycursor.fetchall</a:t>
            </a:r>
            <a:r>
              <a:rPr lang="en-US" sz="1600" dirty="0"/>
              <a:t>()</a:t>
            </a:r>
          </a:p>
          <a:p>
            <a:pPr algn="just"/>
            <a:r>
              <a:rPr lang="en-US" sz="1600" dirty="0"/>
              <a:t>print(</a:t>
            </a:r>
            <a:r>
              <a:rPr lang="en-US" sz="1600" dirty="0" err="1"/>
              <a:t>myresult</a:t>
            </a:r>
            <a:r>
              <a:rPr lang="en-US" sz="1600" dirty="0"/>
              <a:t>)</a:t>
            </a:r>
          </a:p>
          <a:p>
            <a:pPr algn="just"/>
            <a:r>
              <a:rPr lang="en-US" sz="1600" dirty="0"/>
              <a:t>for x in </a:t>
            </a:r>
            <a:r>
              <a:rPr lang="en-US" sz="1600" dirty="0" err="1"/>
              <a:t>myresult</a:t>
            </a:r>
            <a:r>
              <a:rPr lang="en-US" sz="1600" dirty="0"/>
              <a:t>:</a:t>
            </a:r>
          </a:p>
          <a:p>
            <a:pPr algn="just"/>
            <a:r>
              <a:rPr lang="en-US" sz="1600" dirty="0"/>
              <a:t>    print(x)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 err="1"/>
              <a:t>mydb.close</a:t>
            </a:r>
            <a:r>
              <a:rPr lang="en-US" sz="16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00665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Delete Record from Table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To delete records from the table we can use following code :</a:t>
            </a:r>
          </a:p>
          <a:p>
            <a:pPr algn="just"/>
            <a:r>
              <a:rPr lang="en-US" sz="1600" dirty="0"/>
              <a:t>import </a:t>
            </a:r>
            <a:r>
              <a:rPr lang="en-US" sz="1600" dirty="0" err="1"/>
              <a:t>mysql.connector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 err="1"/>
              <a:t>mydb</a:t>
            </a:r>
            <a:r>
              <a:rPr lang="en-US" sz="1600" dirty="0"/>
              <a:t>=</a:t>
            </a:r>
            <a:r>
              <a:rPr lang="en-US" sz="1600" dirty="0" err="1"/>
              <a:t>mysql.connector.connect</a:t>
            </a:r>
            <a:r>
              <a:rPr lang="en-US" sz="1600" dirty="0"/>
              <a:t>(</a:t>
            </a:r>
          </a:p>
          <a:p>
            <a:pPr algn="just"/>
            <a:r>
              <a:rPr lang="en-US" sz="1600" dirty="0"/>
              <a:t>    host="localhost",</a:t>
            </a:r>
          </a:p>
          <a:p>
            <a:pPr algn="just"/>
            <a:r>
              <a:rPr lang="en-US" sz="1600" dirty="0"/>
              <a:t>    user="root",</a:t>
            </a:r>
          </a:p>
          <a:p>
            <a:pPr algn="just"/>
            <a:r>
              <a:rPr lang="en-US" sz="1600" dirty="0"/>
              <a:t>    password="",</a:t>
            </a:r>
          </a:p>
          <a:p>
            <a:pPr algn="just"/>
            <a:r>
              <a:rPr lang="en-US" sz="1600" dirty="0"/>
              <a:t>    database="</a:t>
            </a:r>
            <a:r>
              <a:rPr lang="en-US" sz="1600" dirty="0" err="1"/>
              <a:t>mca2b</a:t>
            </a:r>
            <a:r>
              <a:rPr lang="en-US" sz="1600" dirty="0"/>
              <a:t>"</a:t>
            </a:r>
          </a:p>
          <a:p>
            <a:pPr algn="just"/>
            <a:r>
              <a:rPr lang="en-US" sz="1600" dirty="0"/>
              <a:t>    )</a:t>
            </a:r>
          </a:p>
          <a:p>
            <a:pPr algn="just"/>
            <a:r>
              <a:rPr lang="en-US" sz="1600" dirty="0" err="1"/>
              <a:t>mycursor</a:t>
            </a:r>
            <a:r>
              <a:rPr lang="en-US" sz="1600" dirty="0"/>
              <a:t>=</a:t>
            </a:r>
            <a:r>
              <a:rPr lang="en-US" sz="1600" dirty="0" err="1"/>
              <a:t>mydb.cursor</a:t>
            </a:r>
            <a:r>
              <a:rPr lang="en-US" sz="1600" dirty="0"/>
              <a:t>()</a:t>
            </a:r>
          </a:p>
          <a:p>
            <a:pPr algn="just"/>
            <a:r>
              <a:rPr lang="en-US" sz="1600" dirty="0" err="1"/>
              <a:t>sql</a:t>
            </a:r>
            <a:r>
              <a:rPr lang="en-US" sz="1600" dirty="0"/>
              <a:t>="delete from customers where name= 'xyz'"</a:t>
            </a:r>
          </a:p>
          <a:p>
            <a:pPr algn="just"/>
            <a:r>
              <a:rPr lang="en-US" sz="1600" dirty="0" err="1"/>
              <a:t>mycursor.execute</a:t>
            </a:r>
            <a:r>
              <a:rPr lang="en-US" sz="1600" dirty="0"/>
              <a:t>(</a:t>
            </a:r>
            <a:r>
              <a:rPr lang="en-US" sz="1600" dirty="0" err="1"/>
              <a:t>sql</a:t>
            </a:r>
            <a:r>
              <a:rPr lang="en-US" sz="1600" dirty="0"/>
              <a:t>)</a:t>
            </a:r>
          </a:p>
          <a:p>
            <a:pPr algn="just"/>
            <a:r>
              <a:rPr lang="en-US" sz="1600" dirty="0"/>
              <a:t>print(</a:t>
            </a:r>
            <a:r>
              <a:rPr lang="en-US" sz="1600" dirty="0" err="1"/>
              <a:t>mycursor.rowcount</a:t>
            </a:r>
            <a:r>
              <a:rPr lang="en-US" sz="1600" dirty="0"/>
              <a:t>, "record(s) deleted")</a:t>
            </a:r>
          </a:p>
          <a:p>
            <a:pPr algn="just"/>
            <a:r>
              <a:rPr lang="en-US" sz="1600" dirty="0" err="1"/>
              <a:t>mydb.commit</a:t>
            </a:r>
            <a:r>
              <a:rPr lang="en-US" sz="1600" dirty="0"/>
              <a:t>()</a:t>
            </a:r>
          </a:p>
          <a:p>
            <a:pPr algn="just"/>
            <a:r>
              <a:rPr lang="en-US" sz="1600" dirty="0" err="1"/>
              <a:t>mydb.close</a:t>
            </a:r>
            <a:r>
              <a:rPr lang="en-US" sz="16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85534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Delete a Table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To delete table from the database we can use following code :</a:t>
            </a:r>
          </a:p>
          <a:p>
            <a:pPr algn="just"/>
            <a:r>
              <a:rPr lang="en-US" sz="1600" dirty="0"/>
              <a:t>import </a:t>
            </a:r>
            <a:r>
              <a:rPr lang="en-US" sz="1600" dirty="0" err="1"/>
              <a:t>mysql.connector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 err="1"/>
              <a:t>mydb</a:t>
            </a:r>
            <a:r>
              <a:rPr lang="en-US" sz="1600" dirty="0"/>
              <a:t>=</a:t>
            </a:r>
            <a:r>
              <a:rPr lang="en-US" sz="1600" dirty="0" err="1"/>
              <a:t>mysql.connector.connect</a:t>
            </a:r>
            <a:r>
              <a:rPr lang="en-US" sz="1600" dirty="0"/>
              <a:t>(</a:t>
            </a:r>
          </a:p>
          <a:p>
            <a:pPr algn="just"/>
            <a:r>
              <a:rPr lang="en-US" sz="1600" dirty="0"/>
              <a:t>    host="localhost",</a:t>
            </a:r>
          </a:p>
          <a:p>
            <a:pPr algn="just"/>
            <a:r>
              <a:rPr lang="en-US" sz="1600" dirty="0"/>
              <a:t>    user="root",</a:t>
            </a:r>
          </a:p>
          <a:p>
            <a:pPr algn="just"/>
            <a:r>
              <a:rPr lang="en-US" sz="1600" dirty="0"/>
              <a:t>    password="",</a:t>
            </a:r>
          </a:p>
          <a:p>
            <a:pPr algn="just"/>
            <a:r>
              <a:rPr lang="en-US" sz="1600" dirty="0"/>
              <a:t>    database="</a:t>
            </a:r>
            <a:r>
              <a:rPr lang="en-US" sz="1600" dirty="0" err="1"/>
              <a:t>mca2b</a:t>
            </a:r>
            <a:r>
              <a:rPr lang="en-US" sz="1600" dirty="0"/>
              <a:t>"</a:t>
            </a:r>
          </a:p>
          <a:p>
            <a:pPr algn="just"/>
            <a:r>
              <a:rPr lang="en-US" sz="1600" dirty="0"/>
              <a:t>    )</a:t>
            </a:r>
          </a:p>
          <a:p>
            <a:pPr algn="just"/>
            <a:r>
              <a:rPr lang="en-US" sz="1600" dirty="0" err="1"/>
              <a:t>mycursor</a:t>
            </a:r>
            <a:r>
              <a:rPr lang="en-US" sz="1600" dirty="0"/>
              <a:t>=</a:t>
            </a:r>
            <a:r>
              <a:rPr lang="en-US" sz="1600" dirty="0" err="1"/>
              <a:t>mydb.cursor</a:t>
            </a:r>
            <a:r>
              <a:rPr lang="en-US" sz="1600" dirty="0"/>
              <a:t>()</a:t>
            </a:r>
          </a:p>
          <a:p>
            <a:pPr algn="just"/>
            <a:r>
              <a:rPr lang="en-US" sz="1600" dirty="0" err="1"/>
              <a:t>sql</a:t>
            </a:r>
            <a:r>
              <a:rPr lang="en-US" sz="1600" dirty="0"/>
              <a:t>="drop table customers"</a:t>
            </a:r>
          </a:p>
          <a:p>
            <a:pPr algn="just"/>
            <a:r>
              <a:rPr lang="en-US" sz="1600" dirty="0" err="1"/>
              <a:t>mycursor.execute</a:t>
            </a:r>
            <a:r>
              <a:rPr lang="en-US" sz="1600" dirty="0"/>
              <a:t>(</a:t>
            </a:r>
            <a:r>
              <a:rPr lang="en-US" sz="1600" dirty="0" err="1"/>
              <a:t>sql</a:t>
            </a:r>
            <a:r>
              <a:rPr lang="en-US" sz="1600" dirty="0"/>
              <a:t>)</a:t>
            </a:r>
          </a:p>
          <a:p>
            <a:pPr algn="just"/>
            <a:r>
              <a:rPr lang="en-US" sz="1600" dirty="0" err="1"/>
              <a:t>mydb.commit</a:t>
            </a:r>
            <a:r>
              <a:rPr lang="en-US" sz="1600" dirty="0"/>
              <a:t>()</a:t>
            </a:r>
          </a:p>
          <a:p>
            <a:pPr algn="just"/>
            <a:r>
              <a:rPr lang="en-US" sz="1600" dirty="0" err="1"/>
              <a:t>mydb.close</a:t>
            </a:r>
            <a:r>
              <a:rPr lang="en-US" sz="16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207619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Delete a Table (if Exist)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To delete table (After checking if exist) from the database we can use following code :</a:t>
            </a:r>
          </a:p>
          <a:p>
            <a:pPr algn="just"/>
            <a:r>
              <a:rPr lang="en-US" sz="1600" dirty="0"/>
              <a:t>import </a:t>
            </a:r>
            <a:r>
              <a:rPr lang="en-US" sz="1600" dirty="0" err="1"/>
              <a:t>mysql.connector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 err="1"/>
              <a:t>mydb</a:t>
            </a:r>
            <a:r>
              <a:rPr lang="en-US" sz="1600" dirty="0"/>
              <a:t>=</a:t>
            </a:r>
            <a:r>
              <a:rPr lang="en-US" sz="1600" dirty="0" err="1"/>
              <a:t>mysql.connector.connect</a:t>
            </a:r>
            <a:r>
              <a:rPr lang="en-US" sz="1600" dirty="0"/>
              <a:t>(</a:t>
            </a:r>
          </a:p>
          <a:p>
            <a:pPr algn="just"/>
            <a:r>
              <a:rPr lang="en-US" sz="1600" dirty="0"/>
              <a:t>    host="localhost",</a:t>
            </a:r>
          </a:p>
          <a:p>
            <a:pPr algn="just"/>
            <a:r>
              <a:rPr lang="en-US" sz="1600" dirty="0"/>
              <a:t>    user="root",</a:t>
            </a:r>
          </a:p>
          <a:p>
            <a:pPr algn="just"/>
            <a:r>
              <a:rPr lang="en-US" sz="1600" dirty="0"/>
              <a:t>    password="",</a:t>
            </a:r>
          </a:p>
          <a:p>
            <a:pPr algn="just"/>
            <a:r>
              <a:rPr lang="en-US" sz="1600" dirty="0"/>
              <a:t>    database="</a:t>
            </a:r>
            <a:r>
              <a:rPr lang="en-US" sz="1600" dirty="0" err="1"/>
              <a:t>mca2b</a:t>
            </a:r>
            <a:r>
              <a:rPr lang="en-US" sz="1600" dirty="0"/>
              <a:t>"</a:t>
            </a:r>
          </a:p>
          <a:p>
            <a:pPr algn="just"/>
            <a:r>
              <a:rPr lang="en-US" sz="1600" dirty="0"/>
              <a:t>    )</a:t>
            </a:r>
          </a:p>
          <a:p>
            <a:pPr algn="just"/>
            <a:r>
              <a:rPr lang="en-US" sz="1600" dirty="0" err="1"/>
              <a:t>mycursor</a:t>
            </a:r>
            <a:r>
              <a:rPr lang="en-US" sz="1600" dirty="0"/>
              <a:t>=</a:t>
            </a:r>
            <a:r>
              <a:rPr lang="en-US" sz="1600" dirty="0" err="1"/>
              <a:t>mydb.cursor</a:t>
            </a:r>
            <a:r>
              <a:rPr lang="en-US" sz="1600" dirty="0"/>
              <a:t>()</a:t>
            </a:r>
          </a:p>
          <a:p>
            <a:pPr algn="just"/>
            <a:r>
              <a:rPr lang="en-US" sz="1600" dirty="0" err="1"/>
              <a:t>sql</a:t>
            </a:r>
            <a:r>
              <a:rPr lang="en-US" sz="1600" dirty="0"/>
              <a:t>="DROP TABLE IF EXISTS customers"</a:t>
            </a:r>
          </a:p>
          <a:p>
            <a:pPr algn="just"/>
            <a:r>
              <a:rPr lang="en-US" sz="1600" dirty="0" err="1"/>
              <a:t>mycursor.execute</a:t>
            </a:r>
            <a:r>
              <a:rPr lang="en-US" sz="1600" dirty="0"/>
              <a:t>(</a:t>
            </a:r>
            <a:r>
              <a:rPr lang="en-US" sz="1600" dirty="0" err="1"/>
              <a:t>sql</a:t>
            </a:r>
            <a:r>
              <a:rPr lang="en-US" sz="1600" dirty="0"/>
              <a:t>)</a:t>
            </a:r>
          </a:p>
          <a:p>
            <a:pPr algn="just"/>
            <a:r>
              <a:rPr lang="en-US" sz="1600" dirty="0" err="1"/>
              <a:t>mydb.commit</a:t>
            </a:r>
            <a:r>
              <a:rPr lang="en-US" sz="1600" dirty="0"/>
              <a:t>()</a:t>
            </a:r>
          </a:p>
          <a:p>
            <a:pPr algn="just"/>
            <a:r>
              <a:rPr lang="en-US" sz="1600" dirty="0" err="1"/>
              <a:t>mydb.close</a:t>
            </a:r>
            <a:r>
              <a:rPr lang="en-US" sz="16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441194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Update Records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To update record in existing table from the database we can use following code :</a:t>
            </a:r>
          </a:p>
          <a:p>
            <a:pPr algn="just"/>
            <a:r>
              <a:rPr lang="en-US" sz="1600" dirty="0"/>
              <a:t>import </a:t>
            </a:r>
            <a:r>
              <a:rPr lang="en-US" sz="1600" dirty="0" err="1"/>
              <a:t>mysql.connector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 err="1"/>
              <a:t>mydb</a:t>
            </a:r>
            <a:r>
              <a:rPr lang="en-US" sz="1600" dirty="0"/>
              <a:t>=</a:t>
            </a:r>
            <a:r>
              <a:rPr lang="en-US" sz="1600" dirty="0" err="1"/>
              <a:t>mysql.connector.connect</a:t>
            </a:r>
            <a:r>
              <a:rPr lang="en-US" sz="1600" dirty="0"/>
              <a:t>(</a:t>
            </a:r>
          </a:p>
          <a:p>
            <a:pPr algn="just"/>
            <a:r>
              <a:rPr lang="en-US" sz="1600" dirty="0"/>
              <a:t>    host="localhost",</a:t>
            </a:r>
          </a:p>
          <a:p>
            <a:pPr algn="just"/>
            <a:r>
              <a:rPr lang="en-US" sz="1600" dirty="0"/>
              <a:t>    user="root",</a:t>
            </a:r>
          </a:p>
          <a:p>
            <a:pPr algn="just"/>
            <a:r>
              <a:rPr lang="en-US" sz="1600" dirty="0"/>
              <a:t>    password="",</a:t>
            </a:r>
          </a:p>
          <a:p>
            <a:pPr algn="just"/>
            <a:r>
              <a:rPr lang="en-US" sz="1600" dirty="0"/>
              <a:t>    database="</a:t>
            </a:r>
            <a:r>
              <a:rPr lang="en-US" sz="1600" dirty="0" err="1"/>
              <a:t>mca2b</a:t>
            </a:r>
            <a:r>
              <a:rPr lang="en-US" sz="1600" dirty="0"/>
              <a:t>"</a:t>
            </a:r>
          </a:p>
          <a:p>
            <a:pPr algn="just"/>
            <a:r>
              <a:rPr lang="en-US" sz="1600" dirty="0"/>
              <a:t>    )</a:t>
            </a:r>
          </a:p>
          <a:p>
            <a:pPr algn="just"/>
            <a:r>
              <a:rPr lang="en-US" sz="1600" dirty="0" err="1"/>
              <a:t>mycursor</a:t>
            </a:r>
            <a:r>
              <a:rPr lang="en-US" sz="1600" dirty="0"/>
              <a:t>=</a:t>
            </a:r>
            <a:r>
              <a:rPr lang="en-US" sz="1600" dirty="0" err="1"/>
              <a:t>mydb.cursor</a:t>
            </a:r>
            <a:r>
              <a:rPr lang="en-US" sz="1600" dirty="0"/>
              <a:t>()</a:t>
            </a:r>
          </a:p>
          <a:p>
            <a:pPr algn="just"/>
            <a:r>
              <a:rPr lang="en-US" sz="1600" dirty="0" err="1"/>
              <a:t>sql</a:t>
            </a:r>
            <a:r>
              <a:rPr lang="en-US" sz="1600" dirty="0"/>
              <a:t>="UPDATE customers SET name = '</a:t>
            </a:r>
            <a:r>
              <a:rPr lang="en-US" sz="1600" dirty="0" err="1"/>
              <a:t>ttt</a:t>
            </a:r>
            <a:r>
              <a:rPr lang="en-US" sz="1600" dirty="0"/>
              <a:t>' WHERE name = '</a:t>
            </a:r>
            <a:r>
              <a:rPr lang="en-US" sz="1600" dirty="0" err="1"/>
              <a:t>Jayesh</a:t>
            </a:r>
            <a:r>
              <a:rPr lang="en-US" sz="1600" dirty="0"/>
              <a:t>'"</a:t>
            </a:r>
          </a:p>
          <a:p>
            <a:pPr algn="just"/>
            <a:r>
              <a:rPr lang="en-US" sz="1600" dirty="0" err="1"/>
              <a:t>mycursor.execute</a:t>
            </a:r>
            <a:r>
              <a:rPr lang="en-US" sz="1600" dirty="0"/>
              <a:t>(</a:t>
            </a:r>
            <a:r>
              <a:rPr lang="en-US" sz="1600" dirty="0" err="1"/>
              <a:t>sql</a:t>
            </a:r>
            <a:r>
              <a:rPr lang="en-US" sz="1600" dirty="0"/>
              <a:t>)</a:t>
            </a:r>
          </a:p>
          <a:p>
            <a:pPr algn="just"/>
            <a:r>
              <a:rPr lang="en-US" sz="1600" dirty="0"/>
              <a:t>print(</a:t>
            </a:r>
            <a:r>
              <a:rPr lang="en-US" sz="1600" dirty="0" err="1"/>
              <a:t>mycursor.rowcount</a:t>
            </a:r>
            <a:r>
              <a:rPr lang="en-US" sz="1600" dirty="0"/>
              <a:t>, "record(s) affected")</a:t>
            </a:r>
          </a:p>
          <a:p>
            <a:pPr algn="just"/>
            <a:r>
              <a:rPr lang="en-US" sz="1600" dirty="0" err="1"/>
              <a:t>mydb.commit</a:t>
            </a:r>
            <a:r>
              <a:rPr lang="en-US" sz="1600" dirty="0"/>
              <a:t>()</a:t>
            </a:r>
          </a:p>
          <a:p>
            <a:pPr algn="just"/>
            <a:r>
              <a:rPr lang="en-US" sz="1600" dirty="0" err="1"/>
              <a:t>mydb.close</a:t>
            </a:r>
            <a:r>
              <a:rPr lang="en-US" sz="1600" dirty="0" smtClean="0"/>
              <a:t>()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55681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Update Records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import </a:t>
            </a:r>
            <a:r>
              <a:rPr lang="en-US" sz="1600" dirty="0" err="1"/>
              <a:t>mysql.connector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 err="1"/>
              <a:t>mydb</a:t>
            </a:r>
            <a:r>
              <a:rPr lang="en-US" sz="1600" dirty="0"/>
              <a:t> = </a:t>
            </a:r>
            <a:r>
              <a:rPr lang="en-US" sz="1600" dirty="0" err="1"/>
              <a:t>mysql.connector.connect</a:t>
            </a:r>
            <a:r>
              <a:rPr lang="en-US" sz="1600" dirty="0"/>
              <a:t>(</a:t>
            </a:r>
          </a:p>
          <a:p>
            <a:pPr algn="just"/>
            <a:r>
              <a:rPr lang="en-US" sz="1600" dirty="0"/>
              <a:t>  host="localhost",</a:t>
            </a:r>
          </a:p>
          <a:p>
            <a:pPr algn="just"/>
            <a:r>
              <a:rPr lang="en-US" sz="1600" dirty="0"/>
              <a:t>  user="</a:t>
            </a:r>
            <a:r>
              <a:rPr lang="en-US" sz="1600" dirty="0" err="1"/>
              <a:t>yourusername</a:t>
            </a:r>
            <a:r>
              <a:rPr lang="en-US" sz="1600" dirty="0"/>
              <a:t>",</a:t>
            </a:r>
          </a:p>
          <a:p>
            <a:pPr algn="just"/>
            <a:r>
              <a:rPr lang="en-US" sz="1600" dirty="0"/>
              <a:t>  password="</a:t>
            </a:r>
            <a:r>
              <a:rPr lang="en-US" sz="1600" dirty="0" err="1"/>
              <a:t>yourpassword</a:t>
            </a:r>
            <a:r>
              <a:rPr lang="en-US" sz="1600" dirty="0"/>
              <a:t>",</a:t>
            </a:r>
          </a:p>
          <a:p>
            <a:pPr algn="just"/>
            <a:r>
              <a:rPr lang="en-US" sz="1600" dirty="0"/>
              <a:t>  database="</a:t>
            </a:r>
            <a:r>
              <a:rPr lang="en-US" sz="1600" dirty="0" err="1"/>
              <a:t>mydatabase</a:t>
            </a:r>
            <a:r>
              <a:rPr lang="en-US" sz="1600" dirty="0"/>
              <a:t>"</a:t>
            </a:r>
          </a:p>
          <a:p>
            <a:pPr algn="just"/>
            <a:r>
              <a:rPr lang="en-US" sz="1600" dirty="0"/>
              <a:t>)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 err="1"/>
              <a:t>mycursor</a:t>
            </a:r>
            <a:r>
              <a:rPr lang="en-US" sz="1600" dirty="0"/>
              <a:t> = </a:t>
            </a:r>
            <a:r>
              <a:rPr lang="en-US" sz="1600" dirty="0" err="1"/>
              <a:t>mydb.cursor</a:t>
            </a:r>
            <a:r>
              <a:rPr lang="en-US" sz="1600" dirty="0"/>
              <a:t>()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 err="1"/>
              <a:t>sql</a:t>
            </a:r>
            <a:r>
              <a:rPr lang="en-US" sz="1600" dirty="0"/>
              <a:t> = "UPDATE customers SET address = %s WHERE address = %s"</a:t>
            </a:r>
          </a:p>
          <a:p>
            <a:pPr algn="just"/>
            <a:r>
              <a:rPr lang="en-US" sz="1600" dirty="0" err="1"/>
              <a:t>val</a:t>
            </a:r>
            <a:r>
              <a:rPr lang="en-US" sz="1600" dirty="0"/>
              <a:t> = ("Valley 345", "Canyon 123")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 err="1"/>
              <a:t>mycursor.execute</a:t>
            </a:r>
            <a:r>
              <a:rPr lang="en-US" sz="1600" dirty="0"/>
              <a:t>(</a:t>
            </a:r>
            <a:r>
              <a:rPr lang="en-US" sz="1600" dirty="0" err="1"/>
              <a:t>sql</a:t>
            </a:r>
            <a:r>
              <a:rPr lang="en-US" sz="1600" dirty="0"/>
              <a:t>, </a:t>
            </a:r>
            <a:r>
              <a:rPr lang="en-US" sz="1600" dirty="0" err="1"/>
              <a:t>val</a:t>
            </a:r>
            <a:r>
              <a:rPr lang="en-US" sz="1600" dirty="0"/>
              <a:t>)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 err="1"/>
              <a:t>mydb.commit</a:t>
            </a:r>
            <a:r>
              <a:rPr lang="en-US" sz="1600" dirty="0"/>
              <a:t>()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print(</a:t>
            </a:r>
            <a:r>
              <a:rPr lang="en-US" sz="1600" dirty="0" err="1"/>
              <a:t>mycursor.rowcount</a:t>
            </a:r>
            <a:r>
              <a:rPr lang="en-US" sz="1600" dirty="0"/>
              <a:t>, "record(s) affected")</a:t>
            </a:r>
          </a:p>
        </p:txBody>
      </p:sp>
    </p:spTree>
    <p:extLst>
      <p:ext uri="{BB962C8B-B14F-4D97-AF65-F5344CB8AC3E}">
        <p14:creationId xmlns:p14="http://schemas.microsoft.com/office/powerpoint/2010/main" val="965154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Use of </a:t>
            </a:r>
            <a:r>
              <a:rPr lang="en-US" b="1" dirty="0" err="1" smtClean="0"/>
              <a:t>fetchone</a:t>
            </a:r>
            <a:r>
              <a:rPr lang="en-US" b="1" dirty="0" smtClean="0"/>
              <a:t>() method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If you are only interested in one row, you can use the </a:t>
            </a:r>
            <a:r>
              <a:rPr lang="en-US" sz="3200" dirty="0" err="1"/>
              <a:t>fetchone</a:t>
            </a:r>
            <a:r>
              <a:rPr lang="en-US" sz="3200" dirty="0"/>
              <a:t>() method.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 err="1"/>
              <a:t>fetchone</a:t>
            </a:r>
            <a:r>
              <a:rPr lang="en-US" sz="3200" dirty="0"/>
              <a:t>() method will return the first row of the result</a:t>
            </a:r>
            <a:r>
              <a:rPr lang="en-US" sz="3200" dirty="0" smtClean="0"/>
              <a:t>:</a:t>
            </a:r>
            <a:endParaRPr lang="en-US" sz="3200" dirty="0"/>
          </a:p>
          <a:p>
            <a:pPr algn="just"/>
            <a:r>
              <a:rPr lang="en-US" sz="1600" dirty="0"/>
              <a:t>import </a:t>
            </a:r>
            <a:r>
              <a:rPr lang="en-US" sz="1600" dirty="0" err="1"/>
              <a:t>mysql.connector</a:t>
            </a:r>
            <a:endParaRPr lang="en-US" sz="1600" dirty="0"/>
          </a:p>
          <a:p>
            <a:pPr algn="just"/>
            <a:r>
              <a:rPr lang="en-US" sz="1600" dirty="0" err="1" smtClean="0"/>
              <a:t>mydb</a:t>
            </a:r>
            <a:r>
              <a:rPr lang="en-US" sz="1600" dirty="0" smtClean="0"/>
              <a:t>=</a:t>
            </a:r>
            <a:r>
              <a:rPr lang="en-US" sz="1600" dirty="0" err="1" smtClean="0"/>
              <a:t>mysql.connector.connect</a:t>
            </a:r>
            <a:r>
              <a:rPr lang="en-US" sz="1600" dirty="0"/>
              <a:t>(</a:t>
            </a:r>
          </a:p>
          <a:p>
            <a:pPr algn="just"/>
            <a:r>
              <a:rPr lang="en-US" sz="1600" dirty="0"/>
              <a:t>    host="localhost",</a:t>
            </a:r>
          </a:p>
          <a:p>
            <a:pPr algn="just"/>
            <a:r>
              <a:rPr lang="en-US" sz="1600" dirty="0"/>
              <a:t>    user="root",</a:t>
            </a:r>
          </a:p>
          <a:p>
            <a:pPr algn="just"/>
            <a:r>
              <a:rPr lang="en-US" sz="1600" dirty="0"/>
              <a:t>    password="",</a:t>
            </a:r>
          </a:p>
          <a:p>
            <a:pPr algn="just"/>
            <a:r>
              <a:rPr lang="en-US" sz="1600" dirty="0"/>
              <a:t>    database="</a:t>
            </a:r>
            <a:r>
              <a:rPr lang="en-US" sz="1600" dirty="0" err="1"/>
              <a:t>mca2b</a:t>
            </a:r>
            <a:r>
              <a:rPr lang="en-US" sz="1600" dirty="0"/>
              <a:t>"</a:t>
            </a:r>
          </a:p>
          <a:p>
            <a:pPr algn="just"/>
            <a:r>
              <a:rPr lang="en-US" sz="1600" dirty="0"/>
              <a:t>    )</a:t>
            </a:r>
          </a:p>
          <a:p>
            <a:pPr algn="just"/>
            <a:r>
              <a:rPr lang="en-US" sz="1600" dirty="0" err="1"/>
              <a:t>mycursor</a:t>
            </a:r>
            <a:r>
              <a:rPr lang="en-US" sz="1600" dirty="0"/>
              <a:t>=</a:t>
            </a:r>
            <a:r>
              <a:rPr lang="en-US" sz="1600" dirty="0" err="1"/>
              <a:t>mydb.cursor</a:t>
            </a:r>
            <a:r>
              <a:rPr lang="en-US" sz="1600" dirty="0"/>
              <a:t>()</a:t>
            </a:r>
          </a:p>
          <a:p>
            <a:pPr algn="just"/>
            <a:r>
              <a:rPr lang="en-US" sz="1600" dirty="0" err="1"/>
              <a:t>sql</a:t>
            </a:r>
            <a:r>
              <a:rPr lang="en-US" sz="1600" dirty="0"/>
              <a:t>="select * from customers"</a:t>
            </a:r>
          </a:p>
          <a:p>
            <a:pPr algn="just"/>
            <a:r>
              <a:rPr lang="en-US" sz="1600" dirty="0" err="1"/>
              <a:t>mycursor.execute</a:t>
            </a:r>
            <a:r>
              <a:rPr lang="en-US" sz="1600" dirty="0"/>
              <a:t>(</a:t>
            </a:r>
            <a:r>
              <a:rPr lang="en-US" sz="1600" dirty="0" err="1"/>
              <a:t>sql</a:t>
            </a:r>
            <a:r>
              <a:rPr lang="en-US" sz="1600" dirty="0"/>
              <a:t>)</a:t>
            </a:r>
          </a:p>
          <a:p>
            <a:pPr algn="just"/>
            <a:r>
              <a:rPr lang="en-US" sz="1600" dirty="0" err="1"/>
              <a:t>myresult</a:t>
            </a:r>
            <a:r>
              <a:rPr lang="en-US" sz="1600" dirty="0"/>
              <a:t> = </a:t>
            </a:r>
            <a:r>
              <a:rPr lang="en-US" sz="1600" dirty="0" err="1"/>
              <a:t>mycursor.fetchone</a:t>
            </a:r>
            <a:r>
              <a:rPr lang="en-US" sz="1600" dirty="0"/>
              <a:t>()</a:t>
            </a:r>
          </a:p>
          <a:p>
            <a:pPr algn="just"/>
            <a:r>
              <a:rPr lang="en-US" sz="1600" dirty="0"/>
              <a:t>print(</a:t>
            </a:r>
            <a:r>
              <a:rPr lang="en-US" sz="1600" dirty="0" err="1"/>
              <a:t>myresult</a:t>
            </a:r>
            <a:r>
              <a:rPr lang="en-US" sz="1600" dirty="0"/>
              <a:t>)</a:t>
            </a:r>
          </a:p>
          <a:p>
            <a:pPr algn="just"/>
            <a:r>
              <a:rPr lang="en-US" sz="1600" dirty="0" err="1"/>
              <a:t>mydb.close</a:t>
            </a:r>
            <a:r>
              <a:rPr lang="en-US" sz="16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11238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Use of </a:t>
            </a:r>
            <a:r>
              <a:rPr lang="en-US" b="1" dirty="0" err="1" smtClean="0"/>
              <a:t>fetchone</a:t>
            </a:r>
            <a:r>
              <a:rPr lang="en-US" b="1" dirty="0" smtClean="0"/>
              <a:t>() method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For first and second row both – you can use following code :</a:t>
            </a:r>
            <a:endParaRPr lang="en-US" sz="3200" dirty="0"/>
          </a:p>
          <a:p>
            <a:pPr algn="just"/>
            <a:r>
              <a:rPr lang="en-US" sz="1600" dirty="0"/>
              <a:t>import </a:t>
            </a:r>
            <a:r>
              <a:rPr lang="en-US" sz="1600" dirty="0" err="1"/>
              <a:t>mysql.connector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 err="1"/>
              <a:t>mydb</a:t>
            </a:r>
            <a:r>
              <a:rPr lang="en-US" sz="1600" dirty="0"/>
              <a:t>=</a:t>
            </a:r>
            <a:r>
              <a:rPr lang="en-US" sz="1600" dirty="0" err="1"/>
              <a:t>mysql.connector.connect</a:t>
            </a:r>
            <a:r>
              <a:rPr lang="en-US" sz="1600" dirty="0"/>
              <a:t>(</a:t>
            </a:r>
          </a:p>
          <a:p>
            <a:pPr algn="just"/>
            <a:r>
              <a:rPr lang="en-US" sz="1600" dirty="0"/>
              <a:t>    host="localhost",</a:t>
            </a:r>
          </a:p>
          <a:p>
            <a:pPr algn="just"/>
            <a:r>
              <a:rPr lang="en-US" sz="1600" dirty="0"/>
              <a:t>    user="root",</a:t>
            </a:r>
          </a:p>
          <a:p>
            <a:pPr algn="just"/>
            <a:r>
              <a:rPr lang="en-US" sz="1600" dirty="0"/>
              <a:t>    password="",</a:t>
            </a:r>
          </a:p>
          <a:p>
            <a:pPr algn="just"/>
            <a:r>
              <a:rPr lang="en-US" sz="1600" dirty="0"/>
              <a:t>    database="</a:t>
            </a:r>
            <a:r>
              <a:rPr lang="en-US" sz="1600" dirty="0" err="1"/>
              <a:t>mca2b</a:t>
            </a:r>
            <a:r>
              <a:rPr lang="en-US" sz="1600" dirty="0"/>
              <a:t>"</a:t>
            </a:r>
          </a:p>
          <a:p>
            <a:pPr algn="just"/>
            <a:r>
              <a:rPr lang="en-US" sz="1600" dirty="0"/>
              <a:t>    )</a:t>
            </a:r>
          </a:p>
          <a:p>
            <a:pPr algn="just"/>
            <a:r>
              <a:rPr lang="en-US" sz="1600" dirty="0" err="1"/>
              <a:t>mycursor</a:t>
            </a:r>
            <a:r>
              <a:rPr lang="en-US" sz="1600" dirty="0"/>
              <a:t>=</a:t>
            </a:r>
            <a:r>
              <a:rPr lang="en-US" sz="1600" dirty="0" err="1"/>
              <a:t>mydb.cursor</a:t>
            </a:r>
            <a:r>
              <a:rPr lang="en-US" sz="1600" dirty="0"/>
              <a:t>()</a:t>
            </a:r>
          </a:p>
          <a:p>
            <a:pPr algn="just"/>
            <a:r>
              <a:rPr lang="en-US" sz="1600" dirty="0" err="1"/>
              <a:t>sql</a:t>
            </a:r>
            <a:r>
              <a:rPr lang="en-US" sz="1600" dirty="0"/>
              <a:t>="select * from customers"</a:t>
            </a:r>
          </a:p>
          <a:p>
            <a:pPr algn="just"/>
            <a:r>
              <a:rPr lang="en-US" sz="1600" dirty="0" err="1"/>
              <a:t>mycursor.execute</a:t>
            </a:r>
            <a:r>
              <a:rPr lang="en-US" sz="1600" dirty="0"/>
              <a:t>(</a:t>
            </a:r>
            <a:r>
              <a:rPr lang="en-US" sz="1600" dirty="0" err="1"/>
              <a:t>sql</a:t>
            </a:r>
            <a:r>
              <a:rPr lang="en-US" sz="1600" dirty="0"/>
              <a:t>)</a:t>
            </a:r>
          </a:p>
          <a:p>
            <a:pPr algn="just"/>
            <a:r>
              <a:rPr lang="en-US" sz="1600" dirty="0" err="1"/>
              <a:t>myresult</a:t>
            </a:r>
            <a:r>
              <a:rPr lang="en-US" sz="1600" dirty="0"/>
              <a:t> = </a:t>
            </a:r>
            <a:r>
              <a:rPr lang="en-US" sz="1600" dirty="0" err="1"/>
              <a:t>mycursor.fetchone</a:t>
            </a:r>
            <a:r>
              <a:rPr lang="en-US" sz="1600" dirty="0"/>
              <a:t>()</a:t>
            </a:r>
          </a:p>
          <a:p>
            <a:pPr algn="just"/>
            <a:r>
              <a:rPr lang="en-US" sz="1600" dirty="0"/>
              <a:t>print(</a:t>
            </a:r>
            <a:r>
              <a:rPr lang="en-US" sz="1600" dirty="0" err="1"/>
              <a:t>myresult</a:t>
            </a:r>
            <a:r>
              <a:rPr lang="en-US" sz="1600" dirty="0"/>
              <a:t>)</a:t>
            </a:r>
          </a:p>
          <a:p>
            <a:pPr algn="just"/>
            <a:r>
              <a:rPr lang="en-US" sz="1600" dirty="0" err="1"/>
              <a:t>myresult</a:t>
            </a:r>
            <a:r>
              <a:rPr lang="en-US" sz="1600" dirty="0"/>
              <a:t> = </a:t>
            </a:r>
            <a:r>
              <a:rPr lang="en-US" sz="1600" dirty="0" err="1"/>
              <a:t>mycursor.fetchone</a:t>
            </a:r>
            <a:r>
              <a:rPr lang="en-US" sz="1600" dirty="0"/>
              <a:t>()</a:t>
            </a:r>
          </a:p>
          <a:p>
            <a:pPr algn="just"/>
            <a:r>
              <a:rPr lang="en-US" sz="1600" dirty="0"/>
              <a:t>print(</a:t>
            </a:r>
            <a:r>
              <a:rPr lang="en-US" sz="1600" dirty="0" err="1"/>
              <a:t>myresult</a:t>
            </a:r>
            <a:r>
              <a:rPr lang="en-US" sz="1600" dirty="0"/>
              <a:t>)</a:t>
            </a:r>
          </a:p>
          <a:p>
            <a:pPr algn="just"/>
            <a:r>
              <a:rPr lang="en-US" sz="1600" dirty="0" err="1"/>
              <a:t>mydb.close</a:t>
            </a:r>
            <a:r>
              <a:rPr lang="en-US" sz="16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533811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Use of </a:t>
            </a:r>
            <a:r>
              <a:rPr lang="en-US" b="1" dirty="0" err="1" smtClean="0"/>
              <a:t>fetchmany</a:t>
            </a:r>
            <a:r>
              <a:rPr lang="en-US" b="1" dirty="0" smtClean="0"/>
              <a:t>() method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err="1"/>
              <a:t>cursor.fetchmany</a:t>
            </a:r>
            <a:r>
              <a:rPr lang="en-US" sz="3200" dirty="0"/>
              <a:t>(size) returns the number of rows specified by size argument. </a:t>
            </a:r>
            <a:endParaRPr lang="en-US" sz="3200" dirty="0" smtClean="0"/>
          </a:p>
          <a:p>
            <a:pPr algn="just"/>
            <a:endParaRPr lang="en-US" sz="3200" dirty="0" smtClean="0"/>
          </a:p>
          <a:p>
            <a:pPr algn="just"/>
            <a:r>
              <a:rPr lang="en-US" sz="1600" dirty="0"/>
              <a:t>import </a:t>
            </a:r>
            <a:r>
              <a:rPr lang="en-US" sz="1600" dirty="0" err="1"/>
              <a:t>mysql.connector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 err="1"/>
              <a:t>mydb</a:t>
            </a:r>
            <a:r>
              <a:rPr lang="en-US" sz="1600" dirty="0"/>
              <a:t>=</a:t>
            </a:r>
            <a:r>
              <a:rPr lang="en-US" sz="1600" dirty="0" err="1"/>
              <a:t>mysql.connector.connect</a:t>
            </a:r>
            <a:r>
              <a:rPr lang="en-US" sz="1600" dirty="0"/>
              <a:t>(</a:t>
            </a:r>
          </a:p>
          <a:p>
            <a:pPr algn="just"/>
            <a:r>
              <a:rPr lang="en-US" sz="1600" dirty="0"/>
              <a:t>    host="localhost",</a:t>
            </a:r>
          </a:p>
          <a:p>
            <a:pPr algn="just"/>
            <a:r>
              <a:rPr lang="en-US" sz="1600" dirty="0"/>
              <a:t>    user="root",</a:t>
            </a:r>
          </a:p>
          <a:p>
            <a:pPr algn="just"/>
            <a:r>
              <a:rPr lang="en-US" sz="1600" dirty="0"/>
              <a:t>    password="",</a:t>
            </a:r>
          </a:p>
          <a:p>
            <a:pPr algn="just"/>
            <a:r>
              <a:rPr lang="en-US" sz="1600" dirty="0"/>
              <a:t>    database="</a:t>
            </a:r>
            <a:r>
              <a:rPr lang="en-US" sz="1600" dirty="0" err="1"/>
              <a:t>mca2b</a:t>
            </a:r>
            <a:r>
              <a:rPr lang="en-US" sz="1600" dirty="0"/>
              <a:t>"</a:t>
            </a:r>
          </a:p>
          <a:p>
            <a:pPr algn="just"/>
            <a:r>
              <a:rPr lang="en-US" sz="1600" dirty="0"/>
              <a:t>    )</a:t>
            </a:r>
          </a:p>
          <a:p>
            <a:pPr algn="just"/>
            <a:r>
              <a:rPr lang="en-US" sz="1600" dirty="0" err="1"/>
              <a:t>mycursor</a:t>
            </a:r>
            <a:r>
              <a:rPr lang="en-US" sz="1600" dirty="0"/>
              <a:t>=</a:t>
            </a:r>
            <a:r>
              <a:rPr lang="en-US" sz="1600" dirty="0" err="1"/>
              <a:t>mydb.cursor</a:t>
            </a:r>
            <a:r>
              <a:rPr lang="en-US" sz="1600" dirty="0"/>
              <a:t>()</a:t>
            </a:r>
          </a:p>
          <a:p>
            <a:pPr algn="just"/>
            <a:r>
              <a:rPr lang="en-US" sz="1600" dirty="0" err="1"/>
              <a:t>sql</a:t>
            </a:r>
            <a:r>
              <a:rPr lang="en-US" sz="1600" dirty="0"/>
              <a:t>="select * from customers"</a:t>
            </a:r>
          </a:p>
          <a:p>
            <a:pPr algn="just"/>
            <a:r>
              <a:rPr lang="en-US" sz="1600" dirty="0" err="1"/>
              <a:t>mycursor.execute</a:t>
            </a:r>
            <a:r>
              <a:rPr lang="en-US" sz="1600" dirty="0"/>
              <a:t>(</a:t>
            </a:r>
            <a:r>
              <a:rPr lang="en-US" sz="1600" dirty="0" err="1"/>
              <a:t>sql</a:t>
            </a:r>
            <a:r>
              <a:rPr lang="en-US" sz="1600" dirty="0"/>
              <a:t>)</a:t>
            </a:r>
          </a:p>
          <a:p>
            <a:pPr algn="just"/>
            <a:r>
              <a:rPr lang="en-US" sz="1600" dirty="0" err="1"/>
              <a:t>myresult</a:t>
            </a:r>
            <a:r>
              <a:rPr lang="en-US" sz="1600" dirty="0"/>
              <a:t> = </a:t>
            </a:r>
            <a:r>
              <a:rPr lang="en-US" sz="1600" dirty="0" err="1"/>
              <a:t>mycursor.fetchmany</a:t>
            </a:r>
            <a:r>
              <a:rPr lang="en-US" sz="1600" dirty="0"/>
              <a:t>(2)</a:t>
            </a:r>
          </a:p>
          <a:p>
            <a:pPr algn="just"/>
            <a:r>
              <a:rPr lang="en-US" sz="1600" dirty="0"/>
              <a:t>print(</a:t>
            </a:r>
            <a:r>
              <a:rPr lang="en-US" sz="1600" dirty="0" err="1"/>
              <a:t>myresult</a:t>
            </a:r>
            <a:r>
              <a:rPr lang="en-US" sz="1600" dirty="0"/>
              <a:t>)</a:t>
            </a:r>
          </a:p>
          <a:p>
            <a:pPr algn="just"/>
            <a:r>
              <a:rPr lang="en-US" sz="1600" dirty="0" err="1"/>
              <a:t>mydb.close</a:t>
            </a:r>
            <a:r>
              <a:rPr lang="en-US" sz="16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886443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Use of </a:t>
            </a:r>
            <a:r>
              <a:rPr lang="en-US" b="1" dirty="0" err="1" smtClean="0"/>
              <a:t>fetchall</a:t>
            </a:r>
            <a:r>
              <a:rPr lang="en-US" b="1" dirty="0" smtClean="0"/>
              <a:t>() method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To retrieve all records we can use </a:t>
            </a:r>
            <a:r>
              <a:rPr lang="en-US" sz="3200" dirty="0" err="1" smtClean="0"/>
              <a:t>fetchall</a:t>
            </a:r>
            <a:r>
              <a:rPr lang="en-US" sz="3200" dirty="0" smtClean="0"/>
              <a:t>() method.</a:t>
            </a:r>
          </a:p>
          <a:p>
            <a:pPr algn="just"/>
            <a:endParaRPr lang="en-US" sz="3200" dirty="0" smtClean="0"/>
          </a:p>
          <a:p>
            <a:pPr algn="just"/>
            <a:r>
              <a:rPr lang="en-US" sz="1600" dirty="0"/>
              <a:t>import </a:t>
            </a:r>
            <a:r>
              <a:rPr lang="en-US" sz="1600" dirty="0" err="1"/>
              <a:t>mysql.connector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 err="1"/>
              <a:t>mydb</a:t>
            </a:r>
            <a:r>
              <a:rPr lang="en-US" sz="1600" dirty="0"/>
              <a:t>=</a:t>
            </a:r>
            <a:r>
              <a:rPr lang="en-US" sz="1600" dirty="0" err="1"/>
              <a:t>mysql.connector.connect</a:t>
            </a:r>
            <a:r>
              <a:rPr lang="en-US" sz="1600" dirty="0"/>
              <a:t>(</a:t>
            </a:r>
          </a:p>
          <a:p>
            <a:pPr algn="just"/>
            <a:r>
              <a:rPr lang="en-US" sz="1600" dirty="0"/>
              <a:t>    host="localhost",</a:t>
            </a:r>
          </a:p>
          <a:p>
            <a:pPr algn="just"/>
            <a:r>
              <a:rPr lang="en-US" sz="1600" dirty="0"/>
              <a:t>    user="root",</a:t>
            </a:r>
          </a:p>
          <a:p>
            <a:pPr algn="just"/>
            <a:r>
              <a:rPr lang="en-US" sz="1600" dirty="0"/>
              <a:t>    password="",</a:t>
            </a:r>
          </a:p>
          <a:p>
            <a:pPr algn="just"/>
            <a:r>
              <a:rPr lang="en-US" sz="1600" dirty="0"/>
              <a:t>    database="</a:t>
            </a:r>
            <a:r>
              <a:rPr lang="en-US" sz="1600" dirty="0" err="1"/>
              <a:t>mca2b</a:t>
            </a:r>
            <a:r>
              <a:rPr lang="en-US" sz="1600" dirty="0"/>
              <a:t>"</a:t>
            </a:r>
          </a:p>
          <a:p>
            <a:pPr algn="just"/>
            <a:r>
              <a:rPr lang="en-US" sz="1600" dirty="0"/>
              <a:t>    )</a:t>
            </a:r>
          </a:p>
          <a:p>
            <a:pPr algn="just"/>
            <a:r>
              <a:rPr lang="en-US" sz="1600" dirty="0" err="1"/>
              <a:t>mycursor</a:t>
            </a:r>
            <a:r>
              <a:rPr lang="en-US" sz="1600" dirty="0"/>
              <a:t>=</a:t>
            </a:r>
            <a:r>
              <a:rPr lang="en-US" sz="1600" dirty="0" err="1"/>
              <a:t>mydb.cursor</a:t>
            </a:r>
            <a:r>
              <a:rPr lang="en-US" sz="1600" dirty="0"/>
              <a:t>()</a:t>
            </a:r>
          </a:p>
          <a:p>
            <a:pPr algn="just"/>
            <a:r>
              <a:rPr lang="en-US" sz="1600" dirty="0" err="1"/>
              <a:t>sql</a:t>
            </a:r>
            <a:r>
              <a:rPr lang="en-US" sz="1600" dirty="0"/>
              <a:t>="select * from customers"</a:t>
            </a:r>
          </a:p>
          <a:p>
            <a:pPr algn="just"/>
            <a:r>
              <a:rPr lang="en-US" sz="1600" dirty="0" err="1"/>
              <a:t>mycursor.execute</a:t>
            </a:r>
            <a:r>
              <a:rPr lang="en-US" sz="1600" dirty="0"/>
              <a:t>(</a:t>
            </a:r>
            <a:r>
              <a:rPr lang="en-US" sz="1600" dirty="0" err="1"/>
              <a:t>sql</a:t>
            </a:r>
            <a:r>
              <a:rPr lang="en-US" sz="1600" dirty="0"/>
              <a:t>)</a:t>
            </a:r>
          </a:p>
          <a:p>
            <a:pPr algn="just"/>
            <a:r>
              <a:rPr lang="en-US" sz="1600" dirty="0" err="1"/>
              <a:t>myresult</a:t>
            </a:r>
            <a:r>
              <a:rPr lang="en-US" sz="1600" dirty="0"/>
              <a:t> = </a:t>
            </a:r>
            <a:r>
              <a:rPr lang="en-US" sz="1600" dirty="0" err="1"/>
              <a:t>mycursor.fetchall</a:t>
            </a:r>
            <a:r>
              <a:rPr lang="en-US" sz="1600" dirty="0"/>
              <a:t>()</a:t>
            </a:r>
          </a:p>
          <a:p>
            <a:pPr algn="just"/>
            <a:r>
              <a:rPr lang="en-US" sz="1600" dirty="0"/>
              <a:t>print(</a:t>
            </a:r>
            <a:r>
              <a:rPr lang="en-US" sz="1600" dirty="0" err="1"/>
              <a:t>myresult</a:t>
            </a:r>
            <a:r>
              <a:rPr lang="en-US" sz="1600" dirty="0"/>
              <a:t>)</a:t>
            </a:r>
          </a:p>
          <a:p>
            <a:pPr algn="just"/>
            <a:r>
              <a:rPr lang="en-US" sz="1600" dirty="0" err="1"/>
              <a:t>mydb.close</a:t>
            </a:r>
            <a:r>
              <a:rPr lang="en-US" sz="16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542463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Use of Regular Expressions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066800"/>
            <a:ext cx="8763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smtClean="0"/>
              <a:t>We can use regular expressions inside the query to find required data as given in below example.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/>
          </a:p>
          <a:p>
            <a:pPr algn="just"/>
            <a:r>
              <a:rPr lang="en-US" sz="1600" dirty="0"/>
              <a:t>SELECT * FROM </a:t>
            </a:r>
            <a:r>
              <a:rPr lang="en-US" sz="1600" dirty="0" smtClean="0"/>
              <a:t>Country WHERE </a:t>
            </a:r>
            <a:r>
              <a:rPr lang="en-US" sz="1600" dirty="0" err="1"/>
              <a:t>CountryName</a:t>
            </a:r>
            <a:r>
              <a:rPr lang="en-US" sz="1600" dirty="0"/>
              <a:t> like '[A-D][U-Z]%' </a:t>
            </a:r>
            <a:endParaRPr lang="en-US" sz="1600" dirty="0" smtClean="0"/>
          </a:p>
          <a:p>
            <a:pPr algn="just"/>
            <a:endParaRPr lang="en-US" sz="1600" dirty="0"/>
          </a:p>
          <a:p>
            <a:pPr algn="just"/>
            <a:r>
              <a:rPr lang="en-US" sz="1600" dirty="0" smtClean="0"/>
              <a:t>For </a:t>
            </a:r>
            <a:r>
              <a:rPr lang="en-US" sz="1600" dirty="0"/>
              <a:t>more details visit : </a:t>
            </a:r>
            <a:endParaRPr lang="en-US" sz="1600" dirty="0" smtClean="0"/>
          </a:p>
          <a:p>
            <a:pPr algn="just"/>
            <a:endParaRPr lang="en-US" sz="1600" dirty="0"/>
          </a:p>
          <a:p>
            <a:pPr algn="just"/>
            <a:r>
              <a:rPr lang="en-US" sz="1600" dirty="0" smtClean="0">
                <a:hlinkClick r:id="rId2"/>
              </a:rPr>
              <a:t>https</a:t>
            </a:r>
            <a:r>
              <a:rPr lang="en-US" sz="1600" dirty="0">
                <a:hlinkClick r:id="rId2"/>
              </a:rPr>
              <a:t>://</a:t>
            </a:r>
            <a:r>
              <a:rPr lang="en-US" sz="1600" dirty="0" err="1">
                <a:hlinkClick r:id="rId2"/>
              </a:rPr>
              <a:t>www.geeksforgeeks.org</a:t>
            </a:r>
            <a:r>
              <a:rPr lang="en-US" sz="1600" dirty="0">
                <a:hlinkClick r:id="rId2"/>
              </a:rPr>
              <a:t>/regular-expression-to-extract-</a:t>
            </a:r>
            <a:r>
              <a:rPr lang="en-US" sz="1600" dirty="0" err="1">
                <a:hlinkClick r:id="rId2"/>
              </a:rPr>
              <a:t>sql</a:t>
            </a:r>
            <a:r>
              <a:rPr lang="en-US" sz="1600" dirty="0">
                <a:hlinkClick r:id="rId2"/>
              </a:rPr>
              <a:t>-query</a:t>
            </a:r>
            <a:r>
              <a:rPr lang="en-US" sz="1600" dirty="0" smtClean="0">
                <a:hlinkClick r:id="rId2"/>
              </a:rPr>
              <a:t>/</a:t>
            </a:r>
            <a:endParaRPr lang="en-US" sz="1600" dirty="0" smtClean="0"/>
          </a:p>
          <a:p>
            <a:pPr algn="just"/>
            <a:r>
              <a:rPr lang="en-US" sz="1600" dirty="0">
                <a:hlinkClick r:id="rId3"/>
              </a:rPr>
              <a:t>https://</a:t>
            </a:r>
            <a:r>
              <a:rPr lang="en-US" sz="1600" dirty="0" err="1">
                <a:hlinkClick r:id="rId3"/>
              </a:rPr>
              <a:t>www.dataquest.io</a:t>
            </a:r>
            <a:r>
              <a:rPr lang="en-US" sz="1600" dirty="0">
                <a:hlinkClick r:id="rId3"/>
              </a:rPr>
              <a:t>/blog/regular-expressions-data-scientists</a:t>
            </a:r>
            <a:r>
              <a:rPr lang="en-US" sz="1600" dirty="0" smtClean="0">
                <a:hlinkClick r:id="rId3"/>
              </a:rPr>
              <a:t>/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56052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895600"/>
            <a:ext cx="9144000" cy="1470025"/>
          </a:xfrm>
        </p:spPr>
        <p:txBody>
          <a:bodyPr>
            <a:normAutofit/>
          </a:bodyPr>
          <a:lstStyle/>
          <a:p>
            <a:r>
              <a:rPr lang="en-US" sz="7200" b="1" dirty="0" smtClean="0"/>
              <a:t>Thank You</a:t>
            </a:r>
            <a:endParaRPr lang="en-US" sz="7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457200"/>
            <a:ext cx="3686175" cy="1038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6876</TotalTime>
  <Words>1192</Words>
  <Application>Microsoft Office PowerPoint</Application>
  <PresentationFormat>On-screen Show (4:3)</PresentationFormat>
  <Paragraphs>290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Marwadi University Faculty of Computer Applications MCA Sem- II</vt:lpstr>
      <vt:lpstr>Database Connectivity</vt:lpstr>
      <vt:lpstr>Create Connection</vt:lpstr>
      <vt:lpstr>Create Database</vt:lpstr>
      <vt:lpstr>Display list of all databases</vt:lpstr>
      <vt:lpstr>Connect to specific database</vt:lpstr>
      <vt:lpstr>Create Table</vt:lpstr>
      <vt:lpstr>Display list of all tables of database</vt:lpstr>
      <vt:lpstr>Insert records into table</vt:lpstr>
      <vt:lpstr>Select records from table</vt:lpstr>
      <vt:lpstr>Delete Record from Table</vt:lpstr>
      <vt:lpstr>Delete a Table</vt:lpstr>
      <vt:lpstr>Delete a Table (if Exist)</vt:lpstr>
      <vt:lpstr>Update Records</vt:lpstr>
      <vt:lpstr>Update Records</vt:lpstr>
      <vt:lpstr>Use of fetchone() method</vt:lpstr>
      <vt:lpstr>Use of fetchone() method</vt:lpstr>
      <vt:lpstr>Use of fetchmany() method</vt:lpstr>
      <vt:lpstr>Use of fetchall() method</vt:lpstr>
      <vt:lpstr>Use of Regular Expressions</vt:lpstr>
      <vt:lpstr>Thank You</vt:lpstr>
    </vt:vector>
  </TitlesOfParts>
  <Company>MEFGI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Marwadi Education Foundation’s Group of Institutions Faculty of Computer Applications MCA Sem- IV</dc:title>
  <dc:creator>MEFGI</dc:creator>
  <cp:lastModifiedBy>Admin</cp:lastModifiedBy>
  <cp:revision>1228</cp:revision>
  <dcterms:created xsi:type="dcterms:W3CDTF">2010-12-23T08:45:33Z</dcterms:created>
  <dcterms:modified xsi:type="dcterms:W3CDTF">2024-04-11T09:57:10Z</dcterms:modified>
</cp:coreProperties>
</file>